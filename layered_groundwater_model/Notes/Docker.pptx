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50" r:id="rId2"/>
    <p:sldId id="352" r:id="rId3"/>
    <p:sldId id="351" r:id="rId4"/>
    <p:sldId id="365" r:id="rId5"/>
    <p:sldId id="331" r:id="rId6"/>
    <p:sldId id="333" r:id="rId7"/>
    <p:sldId id="359" r:id="rId8"/>
    <p:sldId id="366" r:id="rId9"/>
    <p:sldId id="368" r:id="rId10"/>
    <p:sldId id="367" r:id="rId11"/>
    <p:sldId id="364" r:id="rId12"/>
    <p:sldId id="330" r:id="rId13"/>
    <p:sldId id="363" r:id="rId14"/>
    <p:sldId id="3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3"/>
    <a:srgbClr val="122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09CE1-C966-4799-92D9-484AD978082F}" v="77" dt="2025-11-03T23:31:58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2" autoAdjust="0"/>
    <p:restoredTop sz="87268" autoAdjust="0"/>
  </p:normalViewPr>
  <p:slideViewPr>
    <p:cSldViewPr snapToGrid="0">
      <p:cViewPr varScale="1">
        <p:scale>
          <a:sx n="139" d="100"/>
          <a:sy n="139" d="100"/>
        </p:scale>
        <p:origin x="187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3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sen, Esra" userId="7235d770-237d-4800-b61c-50fef741ee75" providerId="ADAL" clId="{7068DF90-5491-48D9-884A-0F59F5CE05E4}"/>
    <pc:docChg chg="undo redo custSel addSld delSld modSld sldOrd">
      <pc:chgData name="Gulsen, Esra" userId="7235d770-237d-4800-b61c-50fef741ee75" providerId="ADAL" clId="{7068DF90-5491-48D9-884A-0F59F5CE05E4}" dt="2025-11-04T15:22:03.791" v="9714" actId="20577"/>
      <pc:docMkLst>
        <pc:docMk/>
      </pc:docMkLst>
      <pc:sldChg chg="addSp delSp modSp mod ord modShow modNotesTx">
        <pc:chgData name="Gulsen, Esra" userId="7235d770-237d-4800-b61c-50fef741ee75" providerId="ADAL" clId="{7068DF90-5491-48D9-884A-0F59F5CE05E4}" dt="2025-11-03T22:24:06.778" v="9373"/>
        <pc:sldMkLst>
          <pc:docMk/>
          <pc:sldMk cId="201479218" sldId="330"/>
        </pc:sldMkLst>
        <pc:spChg chg="mod">
          <ac:chgData name="Gulsen, Esra" userId="7235d770-237d-4800-b61c-50fef741ee75" providerId="ADAL" clId="{7068DF90-5491-48D9-884A-0F59F5CE05E4}" dt="2025-11-03T17:10:53.836" v="2940" actId="20577"/>
          <ac:spMkLst>
            <pc:docMk/>
            <pc:sldMk cId="201479218" sldId="330"/>
            <ac:spMk id="4" creationId="{C8B8B112-8E46-F84B-AA58-31BC4B34CE08}"/>
          </ac:spMkLst>
        </pc:spChg>
        <pc:spChg chg="add mod">
          <ac:chgData name="Gulsen, Esra" userId="7235d770-237d-4800-b61c-50fef741ee75" providerId="ADAL" clId="{7068DF90-5491-48D9-884A-0F59F5CE05E4}" dt="2025-10-30T21:56:35.492" v="1275" actId="20577"/>
          <ac:spMkLst>
            <pc:docMk/>
            <pc:sldMk cId="201479218" sldId="330"/>
            <ac:spMk id="8" creationId="{54467723-335A-9D0F-8F3C-C5F0FCC391F0}"/>
          </ac:spMkLst>
        </pc:spChg>
        <pc:picChg chg="add mod ord modCrop">
          <ac:chgData name="Gulsen, Esra" userId="7235d770-237d-4800-b61c-50fef741ee75" providerId="ADAL" clId="{7068DF90-5491-48D9-884A-0F59F5CE05E4}" dt="2025-10-30T22:00:46.992" v="1289" actId="14100"/>
          <ac:picMkLst>
            <pc:docMk/>
            <pc:sldMk cId="201479218" sldId="330"/>
            <ac:picMk id="6" creationId="{63A84437-E748-7B91-30BA-310EA2B3BD77}"/>
          </ac:picMkLst>
        </pc:picChg>
      </pc:sldChg>
      <pc:sldChg chg="addSp delSp modSp mod ord modShow modNotesTx">
        <pc:chgData name="Gulsen, Esra" userId="7235d770-237d-4800-b61c-50fef741ee75" providerId="ADAL" clId="{7068DF90-5491-48D9-884A-0F59F5CE05E4}" dt="2025-11-03T21:46:10.929" v="8546" actId="14100"/>
        <pc:sldMkLst>
          <pc:docMk/>
          <pc:sldMk cId="2914344895" sldId="331"/>
        </pc:sldMkLst>
        <pc:spChg chg="mod">
          <ac:chgData name="Gulsen, Esra" userId="7235d770-237d-4800-b61c-50fef741ee75" providerId="ADAL" clId="{7068DF90-5491-48D9-884A-0F59F5CE05E4}" dt="2025-10-30T22:02:42.494" v="1307" actId="1076"/>
          <ac:spMkLst>
            <pc:docMk/>
            <pc:sldMk cId="2914344895" sldId="331"/>
            <ac:spMk id="5" creationId="{1D96F61D-A392-783D-C9F4-03F7DFB9087A}"/>
          </ac:spMkLst>
        </pc:spChg>
        <pc:spChg chg="mod">
          <ac:chgData name="Gulsen, Esra" userId="7235d770-237d-4800-b61c-50fef741ee75" providerId="ADAL" clId="{7068DF90-5491-48D9-884A-0F59F5CE05E4}" dt="2025-10-30T22:02:31.252" v="1305" actId="1076"/>
          <ac:spMkLst>
            <pc:docMk/>
            <pc:sldMk cId="2914344895" sldId="331"/>
            <ac:spMk id="7" creationId="{4C078088-5B11-E66C-A802-C3F460C57E6D}"/>
          </ac:spMkLst>
        </pc:spChg>
        <pc:spChg chg="add mod">
          <ac:chgData name="Gulsen, Esra" userId="7235d770-237d-4800-b61c-50fef741ee75" providerId="ADAL" clId="{7068DF90-5491-48D9-884A-0F59F5CE05E4}" dt="2025-10-30T22:02:53.757" v="1310" actId="1076"/>
          <ac:spMkLst>
            <pc:docMk/>
            <pc:sldMk cId="2914344895" sldId="331"/>
            <ac:spMk id="12" creationId="{8D49D501-0E04-E7EE-0454-3C39745AE902}"/>
          </ac:spMkLst>
        </pc:spChg>
        <pc:spChg chg="add mod">
          <ac:chgData name="Gulsen, Esra" userId="7235d770-237d-4800-b61c-50fef741ee75" providerId="ADAL" clId="{7068DF90-5491-48D9-884A-0F59F5CE05E4}" dt="2025-11-03T21:46:10.929" v="8546" actId="14100"/>
          <ac:spMkLst>
            <pc:docMk/>
            <pc:sldMk cId="2914344895" sldId="331"/>
            <ac:spMk id="17" creationId="{01D39DED-8D12-CA47-BE7D-7D035512CAB7}"/>
          </ac:spMkLst>
        </pc:spChg>
        <pc:spChg chg="add mod">
          <ac:chgData name="Gulsen, Esra" userId="7235d770-237d-4800-b61c-50fef741ee75" providerId="ADAL" clId="{7068DF90-5491-48D9-884A-0F59F5CE05E4}" dt="2025-10-31T14:45:00.441" v="1334" actId="34135"/>
          <ac:spMkLst>
            <pc:docMk/>
            <pc:sldMk cId="2914344895" sldId="331"/>
            <ac:spMk id="18" creationId="{707F9B81-E6B1-26EA-AC00-DAAD49B73BBF}"/>
          </ac:spMkLst>
        </pc:spChg>
        <pc:spChg chg="add mod">
          <ac:chgData name="Gulsen, Esra" userId="7235d770-237d-4800-b61c-50fef741ee75" providerId="ADAL" clId="{7068DF90-5491-48D9-884A-0F59F5CE05E4}" dt="2025-10-31T14:45:00.441" v="1334" actId="34135"/>
          <ac:spMkLst>
            <pc:docMk/>
            <pc:sldMk cId="2914344895" sldId="331"/>
            <ac:spMk id="19" creationId="{42D48057-F472-CC96-1A71-9C99298B5A07}"/>
          </ac:spMkLst>
        </pc:spChg>
        <pc:picChg chg="add mod ord modCrop">
          <ac:chgData name="Gulsen, Esra" userId="7235d770-237d-4800-b61c-50fef741ee75" providerId="ADAL" clId="{7068DF90-5491-48D9-884A-0F59F5CE05E4}" dt="2025-10-31T14:45:00.441" v="1334" actId="34135"/>
          <ac:picMkLst>
            <pc:docMk/>
            <pc:sldMk cId="2914344895" sldId="331"/>
            <ac:picMk id="9" creationId="{C8D56127-CA0F-7099-450F-9F045B4255EE}"/>
          </ac:picMkLst>
        </pc:picChg>
        <pc:picChg chg="add mod modCrop">
          <ac:chgData name="Gulsen, Esra" userId="7235d770-237d-4800-b61c-50fef741ee75" providerId="ADAL" clId="{7068DF90-5491-48D9-884A-0F59F5CE05E4}" dt="2025-10-31T14:45:19.574" v="1337" actId="14100"/>
          <ac:picMkLst>
            <pc:docMk/>
            <pc:sldMk cId="2914344895" sldId="331"/>
            <ac:picMk id="16" creationId="{DB21507B-E269-9DFC-D0B8-1F4F56E35E3C}"/>
          </ac:picMkLst>
        </pc:picChg>
      </pc:sldChg>
      <pc:sldChg chg="addSp delSp modSp add del mod ord modNotesTx">
        <pc:chgData name="Gulsen, Esra" userId="7235d770-237d-4800-b61c-50fef741ee75" providerId="ADAL" clId="{7068DF90-5491-48D9-884A-0F59F5CE05E4}" dt="2025-11-04T15:22:03.791" v="9714" actId="20577"/>
        <pc:sldMkLst>
          <pc:docMk/>
          <pc:sldMk cId="351598222" sldId="333"/>
        </pc:sldMkLst>
        <pc:spChg chg="mod">
          <ac:chgData name="Gulsen, Esra" userId="7235d770-237d-4800-b61c-50fef741ee75" providerId="ADAL" clId="{7068DF90-5491-48D9-884A-0F59F5CE05E4}" dt="2025-11-03T21:57:50.394" v="8809" actId="1076"/>
          <ac:spMkLst>
            <pc:docMk/>
            <pc:sldMk cId="351598222" sldId="333"/>
            <ac:spMk id="2" creationId="{62B095FC-25DE-CB24-BA26-99BA4E6E71F4}"/>
          </ac:spMkLst>
        </pc:spChg>
        <pc:spChg chg="mod">
          <ac:chgData name="Gulsen, Esra" userId="7235d770-237d-4800-b61c-50fef741ee75" providerId="ADAL" clId="{7068DF90-5491-48D9-884A-0F59F5CE05E4}" dt="2025-11-03T21:57:50.394" v="8809" actId="1076"/>
          <ac:spMkLst>
            <pc:docMk/>
            <pc:sldMk cId="351598222" sldId="333"/>
            <ac:spMk id="3" creationId="{8A4738BE-CE18-4929-E1F3-8EC78B3A3BA4}"/>
          </ac:spMkLst>
        </pc:spChg>
        <pc:spChg chg="add del mod">
          <ac:chgData name="Gulsen, Esra" userId="7235d770-237d-4800-b61c-50fef741ee75" providerId="ADAL" clId="{7068DF90-5491-48D9-884A-0F59F5CE05E4}" dt="2025-11-03T21:56:30.235" v="8761"/>
          <ac:spMkLst>
            <pc:docMk/>
            <pc:sldMk cId="351598222" sldId="333"/>
            <ac:spMk id="4" creationId="{B69261AF-30AF-9817-1FDE-1D3C96B62FA3}"/>
          </ac:spMkLst>
        </pc:spChg>
        <pc:spChg chg="add mod">
          <ac:chgData name="Gulsen, Esra" userId="7235d770-237d-4800-b61c-50fef741ee75" providerId="ADAL" clId="{7068DF90-5491-48D9-884A-0F59F5CE05E4}" dt="2025-11-04T15:22:03.791" v="9714" actId="20577"/>
          <ac:spMkLst>
            <pc:docMk/>
            <pc:sldMk cId="351598222" sldId="333"/>
            <ac:spMk id="5" creationId="{2A1AA29F-B68D-0136-5CDC-54989CD18B96}"/>
          </ac:spMkLst>
        </pc:spChg>
        <pc:spChg chg="add del mod">
          <ac:chgData name="Gulsen, Esra" userId="7235d770-237d-4800-b61c-50fef741ee75" providerId="ADAL" clId="{7068DF90-5491-48D9-884A-0F59F5CE05E4}" dt="2025-11-03T21:56:51.668" v="8770" actId="478"/>
          <ac:spMkLst>
            <pc:docMk/>
            <pc:sldMk cId="351598222" sldId="333"/>
            <ac:spMk id="6" creationId="{D5991907-A5D1-77B1-992F-524C67FC446D}"/>
          </ac:spMkLst>
        </pc:spChg>
        <pc:picChg chg="add del mod modCrop">
          <ac:chgData name="Gulsen, Esra" userId="7235d770-237d-4800-b61c-50fef741ee75" providerId="ADAL" clId="{7068DF90-5491-48D9-884A-0F59F5CE05E4}" dt="2025-11-03T16:15:37.594" v="1757" actId="478"/>
          <ac:picMkLst>
            <pc:docMk/>
            <pc:sldMk cId="351598222" sldId="333"/>
            <ac:picMk id="6" creationId="{8AC6EA47-D091-D89C-FCF3-11F5692C47F1}"/>
          </ac:picMkLst>
        </pc:picChg>
        <pc:picChg chg="add mod">
          <ac:chgData name="Gulsen, Esra" userId="7235d770-237d-4800-b61c-50fef741ee75" providerId="ADAL" clId="{7068DF90-5491-48D9-884A-0F59F5CE05E4}" dt="2025-11-03T21:57:50.394" v="8809" actId="1076"/>
          <ac:picMkLst>
            <pc:docMk/>
            <pc:sldMk cId="351598222" sldId="333"/>
            <ac:picMk id="7" creationId="{0C8968CB-4D07-A489-FEF9-463E75A7E5E2}"/>
          </ac:picMkLst>
        </pc:picChg>
      </pc:sldChg>
      <pc:sldChg chg="del ord">
        <pc:chgData name="Gulsen, Esra" userId="7235d770-237d-4800-b61c-50fef741ee75" providerId="ADAL" clId="{7068DF90-5491-48D9-884A-0F59F5CE05E4}" dt="2025-10-30T20:22:10.697" v="1071" actId="47"/>
        <pc:sldMkLst>
          <pc:docMk/>
          <pc:sldMk cId="258272493" sldId="339"/>
        </pc:sldMkLst>
      </pc:sldChg>
      <pc:sldChg chg="del">
        <pc:chgData name="Gulsen, Esra" userId="7235d770-237d-4800-b61c-50fef741ee75" providerId="ADAL" clId="{7068DF90-5491-48D9-884A-0F59F5CE05E4}" dt="2025-10-30T20:22:03.982" v="1068" actId="47"/>
        <pc:sldMkLst>
          <pc:docMk/>
          <pc:sldMk cId="3133138716" sldId="340"/>
        </pc:sldMkLst>
      </pc:sldChg>
      <pc:sldChg chg="del">
        <pc:chgData name="Gulsen, Esra" userId="7235d770-237d-4800-b61c-50fef741ee75" providerId="ADAL" clId="{7068DF90-5491-48D9-884A-0F59F5CE05E4}" dt="2025-10-30T20:22:06.055" v="1069" actId="47"/>
        <pc:sldMkLst>
          <pc:docMk/>
          <pc:sldMk cId="1145399807" sldId="343"/>
        </pc:sldMkLst>
      </pc:sldChg>
      <pc:sldChg chg="del">
        <pc:chgData name="Gulsen, Esra" userId="7235d770-237d-4800-b61c-50fef741ee75" providerId="ADAL" clId="{7068DF90-5491-48D9-884A-0F59F5CE05E4}" dt="2025-10-30T20:22:02.792" v="1067" actId="47"/>
        <pc:sldMkLst>
          <pc:docMk/>
          <pc:sldMk cId="2660380574" sldId="348"/>
        </pc:sldMkLst>
      </pc:sldChg>
      <pc:sldChg chg="del ord">
        <pc:chgData name="Gulsen, Esra" userId="7235d770-237d-4800-b61c-50fef741ee75" providerId="ADAL" clId="{7068DF90-5491-48D9-884A-0F59F5CE05E4}" dt="2025-10-30T20:22:09.417" v="1070" actId="47"/>
        <pc:sldMkLst>
          <pc:docMk/>
          <pc:sldMk cId="2144161968" sldId="349"/>
        </pc:sldMkLst>
      </pc:sldChg>
      <pc:sldChg chg="modSp mod modNotesTx">
        <pc:chgData name="Gulsen, Esra" userId="7235d770-237d-4800-b61c-50fef741ee75" providerId="ADAL" clId="{7068DF90-5491-48D9-884A-0F59F5CE05E4}" dt="2025-11-03T20:25:38.300" v="8338" actId="20577"/>
        <pc:sldMkLst>
          <pc:docMk/>
          <pc:sldMk cId="213138715" sldId="350"/>
        </pc:sldMkLst>
        <pc:spChg chg="mod">
          <ac:chgData name="Gulsen, Esra" userId="7235d770-237d-4800-b61c-50fef741ee75" providerId="ADAL" clId="{7068DF90-5491-48D9-884A-0F59F5CE05E4}" dt="2025-10-30T16:29:10.411" v="122" actId="20577"/>
          <ac:spMkLst>
            <pc:docMk/>
            <pc:sldMk cId="213138715" sldId="350"/>
            <ac:spMk id="3" creationId="{B13B95A5-5BA5-E9E1-56E8-91746CF15355}"/>
          </ac:spMkLst>
        </pc:spChg>
        <pc:spChg chg="mod">
          <ac:chgData name="Gulsen, Esra" userId="7235d770-237d-4800-b61c-50fef741ee75" providerId="ADAL" clId="{7068DF90-5491-48D9-884A-0F59F5CE05E4}" dt="2025-10-30T16:27:49.727" v="14" actId="403"/>
          <ac:spMkLst>
            <pc:docMk/>
            <pc:sldMk cId="213138715" sldId="350"/>
            <ac:spMk id="4" creationId="{DFCBA026-3F82-93B6-7678-593FF988FA36}"/>
          </ac:spMkLst>
        </pc:spChg>
        <pc:spChg chg="mod">
          <ac:chgData name="Gulsen, Esra" userId="7235d770-237d-4800-b61c-50fef741ee75" providerId="ADAL" clId="{7068DF90-5491-48D9-884A-0F59F5CE05E4}" dt="2025-10-30T16:54:19.380" v="261" actId="20577"/>
          <ac:spMkLst>
            <pc:docMk/>
            <pc:sldMk cId="213138715" sldId="350"/>
            <ac:spMk id="5" creationId="{FC01BFD6-0C32-4ED6-A81C-5717D3713D58}"/>
          </ac:spMkLst>
        </pc:spChg>
      </pc:sldChg>
      <pc:sldChg chg="addSp delSp modSp mod ord modShow chgLayout modNotesTx">
        <pc:chgData name="Gulsen, Esra" userId="7235d770-237d-4800-b61c-50fef741ee75" providerId="ADAL" clId="{7068DF90-5491-48D9-884A-0F59F5CE05E4}" dt="2025-11-04T15:18:38.280" v="9712" actId="20577"/>
        <pc:sldMkLst>
          <pc:docMk/>
          <pc:sldMk cId="442209348" sldId="351"/>
        </pc:sldMkLst>
        <pc:spChg chg="mod">
          <ac:chgData name="Gulsen, Esra" userId="7235d770-237d-4800-b61c-50fef741ee75" providerId="ADAL" clId="{7068DF90-5491-48D9-884A-0F59F5CE05E4}" dt="2025-10-30T16:40:01.535" v="149" actId="26606"/>
          <ac:spMkLst>
            <pc:docMk/>
            <pc:sldMk cId="442209348" sldId="351"/>
            <ac:spMk id="2" creationId="{832DF010-C2D8-501B-BF0F-2772C4485786}"/>
          </ac:spMkLst>
        </pc:spChg>
        <pc:spChg chg="del mod ord">
          <ac:chgData name="Gulsen, Esra" userId="7235d770-237d-4800-b61c-50fef741ee75" providerId="ADAL" clId="{7068DF90-5491-48D9-884A-0F59F5CE05E4}" dt="2025-11-03T17:32:38.824" v="3360" actId="478"/>
          <ac:spMkLst>
            <pc:docMk/>
            <pc:sldMk cId="442209348" sldId="351"/>
            <ac:spMk id="5" creationId="{F2FD7B7A-02C7-EA9F-1766-8F2FA2879C6A}"/>
          </ac:spMkLst>
        </pc:spChg>
        <pc:spChg chg="add del mod">
          <ac:chgData name="Gulsen, Esra" userId="7235d770-237d-4800-b61c-50fef741ee75" providerId="ADAL" clId="{7068DF90-5491-48D9-884A-0F59F5CE05E4}" dt="2025-11-03T17:32:41.536" v="3361" actId="478"/>
          <ac:spMkLst>
            <pc:docMk/>
            <pc:sldMk cId="442209348" sldId="351"/>
            <ac:spMk id="6" creationId="{70D15B46-02FD-0552-929B-52DCE39E5C9F}"/>
          </ac:spMkLst>
        </pc:spChg>
        <pc:spChg chg="add mod">
          <ac:chgData name="Gulsen, Esra" userId="7235d770-237d-4800-b61c-50fef741ee75" providerId="ADAL" clId="{7068DF90-5491-48D9-884A-0F59F5CE05E4}" dt="2025-11-03T21:50:36.512" v="8630" actId="1076"/>
          <ac:spMkLst>
            <pc:docMk/>
            <pc:sldMk cId="442209348" sldId="351"/>
            <ac:spMk id="17" creationId="{511D5373-CAF9-D9B1-FA31-6CC0E642A0BE}"/>
          </ac:spMkLst>
        </pc:spChg>
        <pc:spChg chg="add del mod">
          <ac:chgData name="Gulsen, Esra" userId="7235d770-237d-4800-b61c-50fef741ee75" providerId="ADAL" clId="{7068DF90-5491-48D9-884A-0F59F5CE05E4}" dt="2025-11-03T17:33:20.844" v="3375" actId="478"/>
          <ac:spMkLst>
            <pc:docMk/>
            <pc:sldMk cId="442209348" sldId="351"/>
            <ac:spMk id="20" creationId="{1E57A04E-06FD-DBD5-5CCC-7D45828F8891}"/>
          </ac:spMkLst>
        </pc:spChg>
        <pc:spChg chg="add del mod">
          <ac:chgData name="Gulsen, Esra" userId="7235d770-237d-4800-b61c-50fef741ee75" providerId="ADAL" clId="{7068DF90-5491-48D9-884A-0F59F5CE05E4}" dt="2025-11-03T17:33:27.366" v="3377" actId="478"/>
          <ac:spMkLst>
            <pc:docMk/>
            <pc:sldMk cId="442209348" sldId="351"/>
            <ac:spMk id="24" creationId="{8B6E2338-3014-81CF-1D2C-8A0F41D51142}"/>
          </ac:spMkLst>
        </pc:spChg>
        <pc:spChg chg="add del mod">
          <ac:chgData name="Gulsen, Esra" userId="7235d770-237d-4800-b61c-50fef741ee75" providerId="ADAL" clId="{7068DF90-5491-48D9-884A-0F59F5CE05E4}" dt="2025-11-03T17:33:24.698" v="3376" actId="478"/>
          <ac:spMkLst>
            <pc:docMk/>
            <pc:sldMk cId="442209348" sldId="351"/>
            <ac:spMk id="28" creationId="{E709FBDB-8AFF-FC89-0C58-129615B2BE01}"/>
          </ac:spMkLst>
        </pc:spChg>
        <pc:spChg chg="add del mod">
          <ac:chgData name="Gulsen, Esra" userId="7235d770-237d-4800-b61c-50fef741ee75" providerId="ADAL" clId="{7068DF90-5491-48D9-884A-0F59F5CE05E4}" dt="2025-11-03T17:33:08.236" v="3370" actId="478"/>
          <ac:spMkLst>
            <pc:docMk/>
            <pc:sldMk cId="442209348" sldId="351"/>
            <ac:spMk id="29" creationId="{585181E5-101A-A35C-C7E9-A4ECEDE78D96}"/>
          </ac:spMkLst>
        </pc:spChg>
        <pc:picChg chg="add mod modCrop">
          <ac:chgData name="Gulsen, Esra" userId="7235d770-237d-4800-b61c-50fef741ee75" providerId="ADAL" clId="{7068DF90-5491-48D9-884A-0F59F5CE05E4}" dt="2025-11-03T21:50:36.512" v="8630" actId="1076"/>
          <ac:picMkLst>
            <pc:docMk/>
            <pc:sldMk cId="442209348" sldId="351"/>
            <ac:picMk id="4" creationId="{70E8ACD4-0FE7-5629-2C83-4479176DA06C}"/>
          </ac:picMkLst>
        </pc:picChg>
      </pc:sldChg>
      <pc:sldChg chg="addSp delSp modSp mod modNotesTx">
        <pc:chgData name="Gulsen, Esra" userId="7235d770-237d-4800-b61c-50fef741ee75" providerId="ADAL" clId="{7068DF90-5491-48D9-884A-0F59F5CE05E4}" dt="2025-11-03T23:47:29.825" v="9708" actId="20577"/>
        <pc:sldMkLst>
          <pc:docMk/>
          <pc:sldMk cId="2174169257" sldId="352"/>
        </pc:sldMkLst>
        <pc:spChg chg="del">
          <ac:chgData name="Gulsen, Esra" userId="7235d770-237d-4800-b61c-50fef741ee75" providerId="ADAL" clId="{7068DF90-5491-48D9-884A-0F59F5CE05E4}" dt="2025-11-03T15:22:11.415" v="1640" actId="478"/>
          <ac:spMkLst>
            <pc:docMk/>
            <pc:sldMk cId="2174169257" sldId="352"/>
            <ac:spMk id="3" creationId="{BD272071-C605-762A-4797-16948BDED0DC}"/>
          </ac:spMkLst>
        </pc:spChg>
        <pc:spChg chg="del">
          <ac:chgData name="Gulsen, Esra" userId="7235d770-237d-4800-b61c-50fef741ee75" providerId="ADAL" clId="{7068DF90-5491-48D9-884A-0F59F5CE05E4}" dt="2025-11-03T15:19:28.095" v="1548" actId="478"/>
          <ac:spMkLst>
            <pc:docMk/>
            <pc:sldMk cId="2174169257" sldId="352"/>
            <ac:spMk id="4" creationId="{F25CC5C1-AA86-654F-9914-2232BDE3394B}"/>
          </ac:spMkLst>
        </pc:spChg>
        <pc:spChg chg="mod">
          <ac:chgData name="Gulsen, Esra" userId="7235d770-237d-4800-b61c-50fef741ee75" providerId="ADAL" clId="{7068DF90-5491-48D9-884A-0F59F5CE05E4}" dt="2025-11-03T21:48:45.248" v="8573" actId="14100"/>
          <ac:spMkLst>
            <pc:docMk/>
            <pc:sldMk cId="2174169257" sldId="352"/>
            <ac:spMk id="5" creationId="{33462A30-2BB4-76BB-FD2A-EFF1F8DC3F5E}"/>
          </ac:spMkLst>
        </pc:spChg>
        <pc:spChg chg="del">
          <ac:chgData name="Gulsen, Esra" userId="7235d770-237d-4800-b61c-50fef741ee75" providerId="ADAL" clId="{7068DF90-5491-48D9-884A-0F59F5CE05E4}" dt="2025-11-03T15:19:26.248" v="1547" actId="478"/>
          <ac:spMkLst>
            <pc:docMk/>
            <pc:sldMk cId="2174169257" sldId="352"/>
            <ac:spMk id="6" creationId="{04C3B296-6CCA-D311-C30E-EA68CDB53DE2}"/>
          </ac:spMkLst>
        </pc:spChg>
        <pc:spChg chg="mod">
          <ac:chgData name="Gulsen, Esra" userId="7235d770-237d-4800-b61c-50fef741ee75" providerId="ADAL" clId="{7068DF90-5491-48D9-884A-0F59F5CE05E4}" dt="2025-11-03T21:48:49.753" v="8574" actId="1076"/>
          <ac:spMkLst>
            <pc:docMk/>
            <pc:sldMk cId="2174169257" sldId="352"/>
            <ac:spMk id="7" creationId="{CFD72EBC-913A-1941-ACCF-68C4DAFE1736}"/>
          </ac:spMkLst>
        </pc:spChg>
        <pc:spChg chg="del">
          <ac:chgData name="Gulsen, Esra" userId="7235d770-237d-4800-b61c-50fef741ee75" providerId="ADAL" clId="{7068DF90-5491-48D9-884A-0F59F5CE05E4}" dt="2025-11-03T15:19:24.623" v="1546" actId="478"/>
          <ac:spMkLst>
            <pc:docMk/>
            <pc:sldMk cId="2174169257" sldId="352"/>
            <ac:spMk id="8" creationId="{06EAD007-B631-9B37-75B7-7115B2664A13}"/>
          </ac:spMkLst>
        </pc:spChg>
        <pc:spChg chg="mod">
          <ac:chgData name="Gulsen, Esra" userId="7235d770-237d-4800-b61c-50fef741ee75" providerId="ADAL" clId="{7068DF90-5491-48D9-884A-0F59F5CE05E4}" dt="2025-11-03T21:48:19.768" v="8570" actId="12788"/>
          <ac:spMkLst>
            <pc:docMk/>
            <pc:sldMk cId="2174169257" sldId="352"/>
            <ac:spMk id="9" creationId="{5C9C86DD-BB96-F077-C47A-096A14626A7F}"/>
          </ac:spMkLst>
        </pc:spChg>
        <pc:spChg chg="del mod">
          <ac:chgData name="Gulsen, Esra" userId="7235d770-237d-4800-b61c-50fef741ee75" providerId="ADAL" clId="{7068DF90-5491-48D9-884A-0F59F5CE05E4}" dt="2025-11-03T15:19:03.225" v="1539" actId="478"/>
          <ac:spMkLst>
            <pc:docMk/>
            <pc:sldMk cId="2174169257" sldId="352"/>
            <ac:spMk id="10" creationId="{8D8D2C4A-5EF9-DED2-B1EF-593DBB750A25}"/>
          </ac:spMkLst>
        </pc:spChg>
        <pc:spChg chg="add del mod">
          <ac:chgData name="Gulsen, Esra" userId="7235d770-237d-4800-b61c-50fef741ee75" providerId="ADAL" clId="{7068DF90-5491-48D9-884A-0F59F5CE05E4}" dt="2025-11-03T15:19:17.032" v="1544" actId="478"/>
          <ac:spMkLst>
            <pc:docMk/>
            <pc:sldMk cId="2174169257" sldId="352"/>
            <ac:spMk id="13" creationId="{7CC86D0D-6AB6-EADC-A8F6-037941D48F9F}"/>
          </ac:spMkLst>
        </pc:spChg>
      </pc:sldChg>
      <pc:sldChg chg="addSp delSp modSp add del mod">
        <pc:chgData name="Gulsen, Esra" userId="7235d770-237d-4800-b61c-50fef741ee75" providerId="ADAL" clId="{7068DF90-5491-48D9-884A-0F59F5CE05E4}" dt="2025-10-30T18:38:39.153" v="835" actId="47"/>
        <pc:sldMkLst>
          <pc:docMk/>
          <pc:sldMk cId="317980670" sldId="353"/>
        </pc:sldMkLst>
      </pc:sldChg>
      <pc:sldChg chg="add del">
        <pc:chgData name="Gulsen, Esra" userId="7235d770-237d-4800-b61c-50fef741ee75" providerId="ADAL" clId="{7068DF90-5491-48D9-884A-0F59F5CE05E4}" dt="2025-10-30T20:22:01.235" v="1066" actId="47"/>
        <pc:sldMkLst>
          <pc:docMk/>
          <pc:sldMk cId="4044509525" sldId="354"/>
        </pc:sldMkLst>
      </pc:sldChg>
      <pc:sldChg chg="add del ord">
        <pc:chgData name="Gulsen, Esra" userId="7235d770-237d-4800-b61c-50fef741ee75" providerId="ADAL" clId="{7068DF90-5491-48D9-884A-0F59F5CE05E4}" dt="2025-10-30T19:23:56.676" v="947" actId="47"/>
        <pc:sldMkLst>
          <pc:docMk/>
          <pc:sldMk cId="2328596043" sldId="355"/>
        </pc:sldMkLst>
      </pc:sldChg>
      <pc:sldChg chg="addSp delSp modSp add del mod ord modShow">
        <pc:chgData name="Gulsen, Esra" userId="7235d770-237d-4800-b61c-50fef741ee75" providerId="ADAL" clId="{7068DF90-5491-48D9-884A-0F59F5CE05E4}" dt="2025-11-03T16:41:37.341" v="1958" actId="47"/>
        <pc:sldMkLst>
          <pc:docMk/>
          <pc:sldMk cId="3198606395" sldId="356"/>
        </pc:sldMkLst>
      </pc:sldChg>
      <pc:sldChg chg="addSp delSp modSp add del mod modShow">
        <pc:chgData name="Gulsen, Esra" userId="7235d770-237d-4800-b61c-50fef741ee75" providerId="ADAL" clId="{7068DF90-5491-48D9-884A-0F59F5CE05E4}" dt="2025-11-03T16:41:30.012" v="1957" actId="47"/>
        <pc:sldMkLst>
          <pc:docMk/>
          <pc:sldMk cId="3305975498" sldId="357"/>
        </pc:sldMkLst>
      </pc:sldChg>
      <pc:sldChg chg="addSp delSp modSp add del mod ord modShow">
        <pc:chgData name="Gulsen, Esra" userId="7235d770-237d-4800-b61c-50fef741ee75" providerId="ADAL" clId="{7068DF90-5491-48D9-884A-0F59F5CE05E4}" dt="2025-11-03T16:41:28.753" v="1956" actId="47"/>
        <pc:sldMkLst>
          <pc:docMk/>
          <pc:sldMk cId="3076042471" sldId="358"/>
        </pc:sldMkLst>
      </pc:sldChg>
      <pc:sldChg chg="addSp modSp new add del mod ord modNotesTx">
        <pc:chgData name="Gulsen, Esra" userId="7235d770-237d-4800-b61c-50fef741ee75" providerId="ADAL" clId="{7068DF90-5491-48D9-884A-0F59F5CE05E4}" dt="2025-11-03T22:02:52.964" v="9033" actId="20577"/>
        <pc:sldMkLst>
          <pc:docMk/>
          <pc:sldMk cId="2323926607" sldId="359"/>
        </pc:sldMkLst>
        <pc:spChg chg="mod">
          <ac:chgData name="Gulsen, Esra" userId="7235d770-237d-4800-b61c-50fef741ee75" providerId="ADAL" clId="{7068DF90-5491-48D9-884A-0F59F5CE05E4}" dt="2025-10-30T22:05:07.005" v="1320" actId="20577"/>
          <ac:spMkLst>
            <pc:docMk/>
            <pc:sldMk cId="2323926607" sldId="359"/>
            <ac:spMk id="2" creationId="{C3CEC551-77D2-0752-D101-4B4BDE70D0BD}"/>
          </ac:spMkLst>
        </pc:spChg>
        <pc:spChg chg="add mod">
          <ac:chgData name="Gulsen, Esra" userId="7235d770-237d-4800-b61c-50fef741ee75" providerId="ADAL" clId="{7068DF90-5491-48D9-884A-0F59F5CE05E4}" dt="2025-11-03T16:43:26.023" v="1979" actId="1076"/>
          <ac:spMkLst>
            <pc:docMk/>
            <pc:sldMk cId="2323926607" sldId="359"/>
            <ac:spMk id="5" creationId="{F36C98CA-6157-78DB-D29D-A2D929E0F09C}"/>
          </ac:spMkLst>
        </pc:spChg>
        <pc:picChg chg="add mod modCrop">
          <ac:chgData name="Gulsen, Esra" userId="7235d770-237d-4800-b61c-50fef741ee75" providerId="ADAL" clId="{7068DF90-5491-48D9-884A-0F59F5CE05E4}" dt="2025-11-03T16:43:21.902" v="1978" actId="1076"/>
          <ac:picMkLst>
            <pc:docMk/>
            <pc:sldMk cId="2323926607" sldId="359"/>
            <ac:picMk id="4" creationId="{DF6139E4-31C7-4B33-1459-16706EBC3CC0}"/>
          </ac:picMkLst>
        </pc:picChg>
      </pc:sldChg>
      <pc:sldChg chg="addSp delSp modSp add del mod ord">
        <pc:chgData name="Gulsen, Esra" userId="7235d770-237d-4800-b61c-50fef741ee75" providerId="ADAL" clId="{7068DF90-5491-48D9-884A-0F59F5CE05E4}" dt="2025-11-03T16:41:25.982" v="1955" actId="47"/>
        <pc:sldMkLst>
          <pc:docMk/>
          <pc:sldMk cId="624564110" sldId="360"/>
        </pc:sldMkLst>
        <pc:spChg chg="add mod">
          <ac:chgData name="Gulsen, Esra" userId="7235d770-237d-4800-b61c-50fef741ee75" providerId="ADAL" clId="{7068DF90-5491-48D9-884A-0F59F5CE05E4}" dt="2025-11-03T16:41:24.739" v="1954" actId="6549"/>
          <ac:spMkLst>
            <pc:docMk/>
            <pc:sldMk cId="624564110" sldId="360"/>
            <ac:spMk id="6" creationId="{D0CE52AD-D1AC-1B58-470D-793EE268AFB3}"/>
          </ac:spMkLst>
        </pc:spChg>
      </pc:sldChg>
      <pc:sldChg chg="modSp add del mod">
        <pc:chgData name="Gulsen, Esra" userId="7235d770-237d-4800-b61c-50fef741ee75" providerId="ADAL" clId="{7068DF90-5491-48D9-884A-0F59F5CE05E4}" dt="2025-11-03T16:41:14.345" v="1953" actId="47"/>
        <pc:sldMkLst>
          <pc:docMk/>
          <pc:sldMk cId="371514433" sldId="361"/>
        </pc:sldMkLst>
        <pc:spChg chg="mod">
          <ac:chgData name="Gulsen, Esra" userId="7235d770-237d-4800-b61c-50fef741ee75" providerId="ADAL" clId="{7068DF90-5491-48D9-884A-0F59F5CE05E4}" dt="2025-11-03T16:20:29.532" v="1771"/>
          <ac:spMkLst>
            <pc:docMk/>
            <pc:sldMk cId="371514433" sldId="361"/>
            <ac:spMk id="5" creationId="{65A22BE7-1263-8835-3CD1-F2338A309C64}"/>
          </ac:spMkLst>
        </pc:spChg>
      </pc:sldChg>
      <pc:sldChg chg="addSp delSp modSp add mod ord modShow modNotesTx">
        <pc:chgData name="Gulsen, Esra" userId="7235d770-237d-4800-b61c-50fef741ee75" providerId="ADAL" clId="{7068DF90-5491-48D9-884A-0F59F5CE05E4}" dt="2025-11-03T23:29:53.947" v="9600"/>
        <pc:sldMkLst>
          <pc:docMk/>
          <pc:sldMk cId="2383067657" sldId="362"/>
        </pc:sldMkLst>
        <pc:spChg chg="add del mod">
          <ac:chgData name="Gulsen, Esra" userId="7235d770-237d-4800-b61c-50fef741ee75" providerId="ADAL" clId="{7068DF90-5491-48D9-884A-0F59F5CE05E4}" dt="2025-11-03T19:01:40.070" v="7036" actId="14100"/>
          <ac:spMkLst>
            <pc:docMk/>
            <pc:sldMk cId="2383067657" sldId="362"/>
            <ac:spMk id="3" creationId="{122FC43E-4EB6-EDDF-4165-FC7F35EF4585}"/>
          </ac:spMkLst>
        </pc:spChg>
        <pc:spChg chg="mod">
          <ac:chgData name="Gulsen, Esra" userId="7235d770-237d-4800-b61c-50fef741ee75" providerId="ADAL" clId="{7068DF90-5491-48D9-884A-0F59F5CE05E4}" dt="2025-11-03T23:20:28.914" v="9411" actId="20577"/>
          <ac:spMkLst>
            <pc:docMk/>
            <pc:sldMk cId="2383067657" sldId="362"/>
            <ac:spMk id="5" creationId="{7D8064EE-3045-9034-5D39-8AA60E9BCE19}"/>
          </ac:spMkLst>
        </pc:spChg>
        <pc:spChg chg="add del mod">
          <ac:chgData name="Gulsen, Esra" userId="7235d770-237d-4800-b61c-50fef741ee75" providerId="ADAL" clId="{7068DF90-5491-48D9-884A-0F59F5CE05E4}" dt="2025-11-03T18:59:22.854" v="6919" actId="478"/>
          <ac:spMkLst>
            <pc:docMk/>
            <pc:sldMk cId="2383067657" sldId="362"/>
            <ac:spMk id="7" creationId="{73A9F4B2-221F-5E89-21BB-D4D6A8B2B4A0}"/>
          </ac:spMkLst>
        </pc:spChg>
        <pc:spChg chg="add mod">
          <ac:chgData name="Gulsen, Esra" userId="7235d770-237d-4800-b61c-50fef741ee75" providerId="ADAL" clId="{7068DF90-5491-48D9-884A-0F59F5CE05E4}" dt="2025-11-03T22:15:40.992" v="9286" actId="208"/>
          <ac:spMkLst>
            <pc:docMk/>
            <pc:sldMk cId="2383067657" sldId="362"/>
            <ac:spMk id="11" creationId="{8550406A-2405-5BAB-06D1-EDEB52FC9A9B}"/>
          </ac:spMkLst>
        </pc:spChg>
        <pc:spChg chg="add mod">
          <ac:chgData name="Gulsen, Esra" userId="7235d770-237d-4800-b61c-50fef741ee75" providerId="ADAL" clId="{7068DF90-5491-48D9-884A-0F59F5CE05E4}" dt="2025-11-03T22:15:40.992" v="9286" actId="208"/>
          <ac:spMkLst>
            <pc:docMk/>
            <pc:sldMk cId="2383067657" sldId="362"/>
            <ac:spMk id="12" creationId="{E7EF1C62-D534-782D-F28F-D0E82AB64D06}"/>
          </ac:spMkLst>
        </pc:spChg>
        <pc:spChg chg="add mod">
          <ac:chgData name="Gulsen, Esra" userId="7235d770-237d-4800-b61c-50fef741ee75" providerId="ADAL" clId="{7068DF90-5491-48D9-884A-0F59F5CE05E4}" dt="2025-11-03T22:15:46.055" v="9287" actId="14100"/>
          <ac:spMkLst>
            <pc:docMk/>
            <pc:sldMk cId="2383067657" sldId="362"/>
            <ac:spMk id="13" creationId="{2BDC5DBF-7761-FFD4-61B5-23ACD5B186BE}"/>
          </ac:spMkLst>
        </pc:spChg>
        <pc:spChg chg="add mod">
          <ac:chgData name="Gulsen, Esra" userId="7235d770-237d-4800-b61c-50fef741ee75" providerId="ADAL" clId="{7068DF90-5491-48D9-884A-0F59F5CE05E4}" dt="2025-11-03T22:15:32.521" v="9285" actId="208"/>
          <ac:spMkLst>
            <pc:docMk/>
            <pc:sldMk cId="2383067657" sldId="362"/>
            <ac:spMk id="14" creationId="{C24D6562-E2B8-138D-9E0F-F40BB2EBA797}"/>
          </ac:spMkLst>
        </pc:spChg>
        <pc:spChg chg="add mod">
          <ac:chgData name="Gulsen, Esra" userId="7235d770-237d-4800-b61c-50fef741ee75" providerId="ADAL" clId="{7068DF90-5491-48D9-884A-0F59F5CE05E4}" dt="2025-11-03T22:16:33.903" v="9322" actId="1076"/>
          <ac:spMkLst>
            <pc:docMk/>
            <pc:sldMk cId="2383067657" sldId="362"/>
            <ac:spMk id="15" creationId="{0BCFA78C-1E0D-48EB-2340-E8909FFC1A7E}"/>
          </ac:spMkLst>
        </pc:spChg>
        <pc:picChg chg="del">
          <ac:chgData name="Gulsen, Esra" userId="7235d770-237d-4800-b61c-50fef741ee75" providerId="ADAL" clId="{7068DF90-5491-48D9-884A-0F59F5CE05E4}" dt="2025-11-03T18:56:28.260" v="6901" actId="478"/>
          <ac:picMkLst>
            <pc:docMk/>
            <pc:sldMk cId="2383067657" sldId="362"/>
            <ac:picMk id="6" creationId="{73342334-FB28-38F3-D6FC-844F30FD9FFB}"/>
          </ac:picMkLst>
        </pc:picChg>
        <pc:cxnChg chg="add mod">
          <ac:chgData name="Gulsen, Esra" userId="7235d770-237d-4800-b61c-50fef741ee75" providerId="ADAL" clId="{7068DF90-5491-48D9-884A-0F59F5CE05E4}" dt="2025-11-03T22:12:19.438" v="9250" actId="1076"/>
          <ac:cxnSpMkLst>
            <pc:docMk/>
            <pc:sldMk cId="2383067657" sldId="362"/>
            <ac:cxnSpMk id="9" creationId="{31C84EAE-E3AB-B907-50D2-893668F3AD4B}"/>
          </ac:cxnSpMkLst>
        </pc:cxnChg>
        <pc:cxnChg chg="add mod">
          <ac:chgData name="Gulsen, Esra" userId="7235d770-237d-4800-b61c-50fef741ee75" providerId="ADAL" clId="{7068DF90-5491-48D9-884A-0F59F5CE05E4}" dt="2025-11-03T22:12:21.968" v="9251" actId="1076"/>
          <ac:cxnSpMkLst>
            <pc:docMk/>
            <pc:sldMk cId="2383067657" sldId="362"/>
            <ac:cxnSpMk id="10" creationId="{9ACBA50E-6B33-9373-6E33-D3DE87FA940D}"/>
          </ac:cxnSpMkLst>
        </pc:cxnChg>
      </pc:sldChg>
      <pc:sldChg chg="delSp modSp add mod ord modShow modNotesTx">
        <pc:chgData name="Gulsen, Esra" userId="7235d770-237d-4800-b61c-50fef741ee75" providerId="ADAL" clId="{7068DF90-5491-48D9-884A-0F59F5CE05E4}" dt="2025-11-03T22:24:07.696" v="9375"/>
        <pc:sldMkLst>
          <pc:docMk/>
          <pc:sldMk cId="2928650658" sldId="363"/>
        </pc:sldMkLst>
        <pc:spChg chg="mod">
          <ac:chgData name="Gulsen, Esra" userId="7235d770-237d-4800-b61c-50fef741ee75" providerId="ADAL" clId="{7068DF90-5491-48D9-884A-0F59F5CE05E4}" dt="2025-11-03T16:44:20.038" v="1991" actId="20577"/>
          <ac:spMkLst>
            <pc:docMk/>
            <pc:sldMk cId="2928650658" sldId="363"/>
            <ac:spMk id="3" creationId="{BFE0CCB2-E7A8-49E3-C845-AF778EC42401}"/>
          </ac:spMkLst>
        </pc:spChg>
        <pc:spChg chg="mod">
          <ac:chgData name="Gulsen, Esra" userId="7235d770-237d-4800-b61c-50fef741ee75" providerId="ADAL" clId="{7068DF90-5491-48D9-884A-0F59F5CE05E4}" dt="2025-11-03T22:20:25.518" v="9359" actId="6549"/>
          <ac:spMkLst>
            <pc:docMk/>
            <pc:sldMk cId="2928650658" sldId="363"/>
            <ac:spMk id="5" creationId="{47B424E5-04F2-4159-4E20-ED6BBB737EE9}"/>
          </ac:spMkLst>
        </pc:spChg>
        <pc:picChg chg="del mod">
          <ac:chgData name="Gulsen, Esra" userId="7235d770-237d-4800-b61c-50fef741ee75" providerId="ADAL" clId="{7068DF90-5491-48D9-884A-0F59F5CE05E4}" dt="2025-11-03T16:36:59.741" v="1802" actId="478"/>
          <ac:picMkLst>
            <pc:docMk/>
            <pc:sldMk cId="2928650658" sldId="363"/>
            <ac:picMk id="6" creationId="{07BCA72C-7A58-A5DA-280A-BBE97D4003B1}"/>
          </ac:picMkLst>
        </pc:picChg>
      </pc:sldChg>
      <pc:sldChg chg="addSp delSp modSp add mod ord modNotesTx">
        <pc:chgData name="Gulsen, Esra" userId="7235d770-237d-4800-b61c-50fef741ee75" providerId="ADAL" clId="{7068DF90-5491-48D9-884A-0F59F5CE05E4}" dt="2025-11-03T22:23:37.230" v="9370" actId="571"/>
        <pc:sldMkLst>
          <pc:docMk/>
          <pc:sldMk cId="1088410206" sldId="364"/>
        </pc:sldMkLst>
        <pc:spChg chg="del mod">
          <ac:chgData name="Gulsen, Esra" userId="7235d770-237d-4800-b61c-50fef741ee75" providerId="ADAL" clId="{7068DF90-5491-48D9-884A-0F59F5CE05E4}" dt="2025-11-03T19:13:12.379" v="7053" actId="478"/>
          <ac:spMkLst>
            <pc:docMk/>
            <pc:sldMk cId="1088410206" sldId="364"/>
            <ac:spMk id="3" creationId="{0CAE8C37-4C8D-62DB-7B97-95D232415450}"/>
          </ac:spMkLst>
        </pc:spChg>
        <pc:spChg chg="del mod">
          <ac:chgData name="Gulsen, Esra" userId="7235d770-237d-4800-b61c-50fef741ee75" providerId="ADAL" clId="{7068DF90-5491-48D9-884A-0F59F5CE05E4}" dt="2025-11-03T19:02:04.361" v="7041" actId="478"/>
          <ac:spMkLst>
            <pc:docMk/>
            <pc:sldMk cId="1088410206" sldId="364"/>
            <ac:spMk id="5" creationId="{38057FA0-4067-F448-A292-9161C2490518}"/>
          </ac:spMkLst>
        </pc:spChg>
        <pc:spChg chg="add del mod">
          <ac:chgData name="Gulsen, Esra" userId="7235d770-237d-4800-b61c-50fef741ee75" providerId="ADAL" clId="{7068DF90-5491-48D9-884A-0F59F5CE05E4}" dt="2025-11-03T19:13:15.439" v="7055" actId="478"/>
          <ac:spMkLst>
            <pc:docMk/>
            <pc:sldMk cId="1088410206" sldId="364"/>
            <ac:spMk id="7" creationId="{922654F4-0AF6-9525-E201-EDBBBE9E833D}"/>
          </ac:spMkLst>
        </pc:spChg>
        <pc:spChg chg="add mod">
          <ac:chgData name="Gulsen, Esra" userId="7235d770-237d-4800-b61c-50fef741ee75" providerId="ADAL" clId="{7068DF90-5491-48D9-884A-0F59F5CE05E4}" dt="2025-11-03T22:22:43.133" v="9364" actId="14100"/>
          <ac:spMkLst>
            <pc:docMk/>
            <pc:sldMk cId="1088410206" sldId="364"/>
            <ac:spMk id="9" creationId="{FA845490-370F-54A5-ADBE-7D93E4CA28D1}"/>
          </ac:spMkLst>
        </pc:spChg>
        <pc:picChg chg="add mod">
          <ac:chgData name="Gulsen, Esra" userId="7235d770-237d-4800-b61c-50fef741ee75" providerId="ADAL" clId="{7068DF90-5491-48D9-884A-0F59F5CE05E4}" dt="2025-11-03T19:13:23.473" v="7059" actId="14100"/>
          <ac:picMkLst>
            <pc:docMk/>
            <pc:sldMk cId="1088410206" sldId="364"/>
            <ac:picMk id="4" creationId="{3B25DB02-99CE-7255-EDEC-DBF2EC86981A}"/>
          </ac:picMkLst>
        </pc:picChg>
        <pc:cxnChg chg="add mod">
          <ac:chgData name="Gulsen, Esra" userId="7235d770-237d-4800-b61c-50fef741ee75" providerId="ADAL" clId="{7068DF90-5491-48D9-884A-0F59F5CE05E4}" dt="2025-11-03T22:23:25.430" v="9366" actId="208"/>
          <ac:cxnSpMkLst>
            <pc:docMk/>
            <pc:sldMk cId="1088410206" sldId="364"/>
            <ac:cxnSpMk id="11" creationId="{3F015F9B-9959-B9BD-1B7D-390F9F70DDF4}"/>
          </ac:cxnSpMkLst>
        </pc:cxnChg>
        <pc:cxnChg chg="add mod">
          <ac:chgData name="Gulsen, Esra" userId="7235d770-237d-4800-b61c-50fef741ee75" providerId="ADAL" clId="{7068DF90-5491-48D9-884A-0F59F5CE05E4}" dt="2025-11-03T22:23:32.294" v="9368" actId="14100"/>
          <ac:cxnSpMkLst>
            <pc:docMk/>
            <pc:sldMk cId="1088410206" sldId="364"/>
            <ac:cxnSpMk id="12" creationId="{B9D926C9-97BD-B9F9-8F74-FF23193E8686}"/>
          </ac:cxnSpMkLst>
        </pc:cxnChg>
        <pc:cxnChg chg="add mod">
          <ac:chgData name="Gulsen, Esra" userId="7235d770-237d-4800-b61c-50fef741ee75" providerId="ADAL" clId="{7068DF90-5491-48D9-884A-0F59F5CE05E4}" dt="2025-11-03T22:23:34.061" v="9369" actId="571"/>
          <ac:cxnSpMkLst>
            <pc:docMk/>
            <pc:sldMk cId="1088410206" sldId="364"/>
            <ac:cxnSpMk id="14" creationId="{04A9D59B-7F13-AC73-8FD1-6F3D5DDBD601}"/>
          </ac:cxnSpMkLst>
        </pc:cxnChg>
        <pc:cxnChg chg="add mod">
          <ac:chgData name="Gulsen, Esra" userId="7235d770-237d-4800-b61c-50fef741ee75" providerId="ADAL" clId="{7068DF90-5491-48D9-884A-0F59F5CE05E4}" dt="2025-11-03T22:23:37.230" v="9370" actId="571"/>
          <ac:cxnSpMkLst>
            <pc:docMk/>
            <pc:sldMk cId="1088410206" sldId="364"/>
            <ac:cxnSpMk id="15" creationId="{44B80C70-E495-15ED-F010-BF2DEAFA9C07}"/>
          </ac:cxnSpMkLst>
        </pc:cxnChg>
      </pc:sldChg>
      <pc:sldChg chg="modSp add mod ord modNotesTx">
        <pc:chgData name="Gulsen, Esra" userId="7235d770-237d-4800-b61c-50fef741ee75" providerId="ADAL" clId="{7068DF90-5491-48D9-884A-0F59F5CE05E4}" dt="2025-11-03T21:46:15.406" v="8547" actId="6549"/>
        <pc:sldMkLst>
          <pc:docMk/>
          <pc:sldMk cId="458771100" sldId="365"/>
        </pc:sldMkLst>
        <pc:spChg chg="mod">
          <ac:chgData name="Gulsen, Esra" userId="7235d770-237d-4800-b61c-50fef741ee75" providerId="ADAL" clId="{7068DF90-5491-48D9-884A-0F59F5CE05E4}" dt="2025-11-03T17:11:01.649" v="2941" actId="20577"/>
          <ac:spMkLst>
            <pc:docMk/>
            <pc:sldMk cId="458771100" sldId="365"/>
            <ac:spMk id="4" creationId="{5C61DFDB-0CAB-CEE3-5A62-D036191A8482}"/>
          </ac:spMkLst>
        </pc:spChg>
        <pc:spChg chg="mod">
          <ac:chgData name="Gulsen, Esra" userId="7235d770-237d-4800-b61c-50fef741ee75" providerId="ADAL" clId="{7068DF90-5491-48D9-884A-0F59F5CE05E4}" dt="2025-11-03T21:46:15.406" v="8547" actId="6549"/>
          <ac:spMkLst>
            <pc:docMk/>
            <pc:sldMk cId="458771100" sldId="365"/>
            <ac:spMk id="8" creationId="{541C2E48-6972-A1BA-06D1-00A441D3BA24}"/>
          </ac:spMkLst>
        </pc:spChg>
        <pc:picChg chg="mod">
          <ac:chgData name="Gulsen, Esra" userId="7235d770-237d-4800-b61c-50fef741ee75" providerId="ADAL" clId="{7068DF90-5491-48D9-884A-0F59F5CE05E4}" dt="2025-11-03T17:41:55.185" v="3688" actId="1076"/>
          <ac:picMkLst>
            <pc:docMk/>
            <pc:sldMk cId="458771100" sldId="365"/>
            <ac:picMk id="6" creationId="{730269F9-3233-B7DC-0356-7F80D7D122AC}"/>
          </ac:picMkLst>
        </pc:picChg>
      </pc:sldChg>
      <pc:sldChg chg="addSp delSp modSp add mod modNotesTx">
        <pc:chgData name="Gulsen, Esra" userId="7235d770-237d-4800-b61c-50fef741ee75" providerId="ADAL" clId="{7068DF90-5491-48D9-884A-0F59F5CE05E4}" dt="2025-11-03T20:34:04.487" v="8432" actId="20577"/>
        <pc:sldMkLst>
          <pc:docMk/>
          <pc:sldMk cId="3454191539" sldId="366"/>
        </pc:sldMkLst>
        <pc:spChg chg="mod">
          <ac:chgData name="Gulsen, Esra" userId="7235d770-237d-4800-b61c-50fef741ee75" providerId="ADAL" clId="{7068DF90-5491-48D9-884A-0F59F5CE05E4}" dt="2025-11-03T18:43:33.050" v="6347" actId="403"/>
          <ac:spMkLst>
            <pc:docMk/>
            <pc:sldMk cId="3454191539" sldId="366"/>
            <ac:spMk id="5" creationId="{BA342F9C-7061-9CCD-1288-B7931758A9CB}"/>
          </ac:spMkLst>
        </pc:spChg>
        <pc:picChg chg="del">
          <ac:chgData name="Gulsen, Esra" userId="7235d770-237d-4800-b61c-50fef741ee75" providerId="ADAL" clId="{7068DF90-5491-48D9-884A-0F59F5CE05E4}" dt="2025-11-03T18:39:57.809" v="6066" actId="478"/>
          <ac:picMkLst>
            <pc:docMk/>
            <pc:sldMk cId="3454191539" sldId="366"/>
            <ac:picMk id="4" creationId="{D5910E80-04CE-4774-1114-285DD8F42110}"/>
          </ac:picMkLst>
        </pc:picChg>
        <pc:picChg chg="add mod modCrop">
          <ac:chgData name="Gulsen, Esra" userId="7235d770-237d-4800-b61c-50fef741ee75" providerId="ADAL" clId="{7068DF90-5491-48D9-884A-0F59F5CE05E4}" dt="2025-11-03T18:43:44.992" v="6350" actId="1076"/>
          <ac:picMkLst>
            <pc:docMk/>
            <pc:sldMk cId="3454191539" sldId="366"/>
            <ac:picMk id="7" creationId="{017DC9E2-9C6B-E154-861B-F4833119949D}"/>
          </ac:picMkLst>
        </pc:picChg>
      </pc:sldChg>
      <pc:sldChg chg="new del">
        <pc:chgData name="Gulsen, Esra" userId="7235d770-237d-4800-b61c-50fef741ee75" providerId="ADAL" clId="{7068DF90-5491-48D9-884A-0F59F5CE05E4}" dt="2025-11-03T22:15:09.284" v="9269" actId="2696"/>
        <pc:sldMkLst>
          <pc:docMk/>
          <pc:sldMk cId="1208307976" sldId="367"/>
        </pc:sldMkLst>
      </pc:sldChg>
      <pc:sldChg chg="addSp delSp modSp add mod modShow modNotesTx">
        <pc:chgData name="Gulsen, Esra" userId="7235d770-237d-4800-b61c-50fef741ee75" providerId="ADAL" clId="{7068DF90-5491-48D9-884A-0F59F5CE05E4}" dt="2025-11-03T23:33:27.392" v="9645" actId="20577"/>
        <pc:sldMkLst>
          <pc:docMk/>
          <pc:sldMk cId="1710460890" sldId="367"/>
        </pc:sldMkLst>
        <pc:spChg chg="add mod">
          <ac:chgData name="Gulsen, Esra" userId="7235d770-237d-4800-b61c-50fef741ee75" providerId="ADAL" clId="{7068DF90-5491-48D9-884A-0F59F5CE05E4}" dt="2025-11-03T23:31:37.168" v="9625" actId="1076"/>
          <ac:spMkLst>
            <pc:docMk/>
            <pc:sldMk cId="1710460890" sldId="367"/>
            <ac:spMk id="4" creationId="{B9E503E2-37CE-6AF0-688A-5CFB63C56B8B}"/>
          </ac:spMkLst>
        </pc:spChg>
        <pc:spChg chg="mod">
          <ac:chgData name="Gulsen, Esra" userId="7235d770-237d-4800-b61c-50fef741ee75" providerId="ADAL" clId="{7068DF90-5491-48D9-884A-0F59F5CE05E4}" dt="2025-11-03T23:31:31.898" v="9624" actId="20577"/>
          <ac:spMkLst>
            <pc:docMk/>
            <pc:sldMk cId="1710460890" sldId="367"/>
            <ac:spMk id="5" creationId="{356E26A1-9E26-CAB0-5B6E-5BC634B18217}"/>
          </ac:spMkLst>
        </pc:spChg>
        <pc:spChg chg="add del mod">
          <ac:chgData name="Gulsen, Esra" userId="7235d770-237d-4800-b61c-50fef741ee75" providerId="ADAL" clId="{7068DF90-5491-48D9-884A-0F59F5CE05E4}" dt="2025-11-03T23:27:59.218" v="9576" actId="478"/>
          <ac:spMkLst>
            <pc:docMk/>
            <pc:sldMk cId="1710460890" sldId="367"/>
            <ac:spMk id="6" creationId="{D884B335-F6E8-ED55-6DB5-1E75A5139DEB}"/>
          </ac:spMkLst>
        </pc:spChg>
        <pc:spChg chg="mod">
          <ac:chgData name="Gulsen, Esra" userId="7235d770-237d-4800-b61c-50fef741ee75" providerId="ADAL" clId="{7068DF90-5491-48D9-884A-0F59F5CE05E4}" dt="2025-11-03T23:27:18.423" v="9575" actId="1076"/>
          <ac:spMkLst>
            <pc:docMk/>
            <pc:sldMk cId="1710460890" sldId="367"/>
            <ac:spMk id="11" creationId="{A1D4C615-8200-4447-E5CA-678E74DFF935}"/>
          </ac:spMkLst>
        </pc:spChg>
        <pc:spChg chg="mod">
          <ac:chgData name="Gulsen, Esra" userId="7235d770-237d-4800-b61c-50fef741ee75" providerId="ADAL" clId="{7068DF90-5491-48D9-884A-0F59F5CE05E4}" dt="2025-11-03T23:27:18.423" v="9575" actId="1076"/>
          <ac:spMkLst>
            <pc:docMk/>
            <pc:sldMk cId="1710460890" sldId="367"/>
            <ac:spMk id="12" creationId="{6876FF08-9CE4-032C-FB37-76EBEE0A6FBF}"/>
          </ac:spMkLst>
        </pc:spChg>
        <pc:spChg chg="mod">
          <ac:chgData name="Gulsen, Esra" userId="7235d770-237d-4800-b61c-50fef741ee75" providerId="ADAL" clId="{7068DF90-5491-48D9-884A-0F59F5CE05E4}" dt="2025-11-03T23:27:18.423" v="9575" actId="1076"/>
          <ac:spMkLst>
            <pc:docMk/>
            <pc:sldMk cId="1710460890" sldId="367"/>
            <ac:spMk id="13" creationId="{51DFC17B-B9A5-1D58-55C5-B36660273824}"/>
          </ac:spMkLst>
        </pc:spChg>
        <pc:spChg chg="mod">
          <ac:chgData name="Gulsen, Esra" userId="7235d770-237d-4800-b61c-50fef741ee75" providerId="ADAL" clId="{7068DF90-5491-48D9-884A-0F59F5CE05E4}" dt="2025-11-03T23:31:37.168" v="9625" actId="1076"/>
          <ac:spMkLst>
            <pc:docMk/>
            <pc:sldMk cId="1710460890" sldId="367"/>
            <ac:spMk id="14" creationId="{CBDBD737-03EC-3CD8-A066-B4E8BBD5EEBE}"/>
          </ac:spMkLst>
        </pc:spChg>
        <pc:spChg chg="del mod">
          <ac:chgData name="Gulsen, Esra" userId="7235d770-237d-4800-b61c-50fef741ee75" providerId="ADAL" clId="{7068DF90-5491-48D9-884A-0F59F5CE05E4}" dt="2025-11-03T22:17:24.314" v="9327" actId="478"/>
          <ac:spMkLst>
            <pc:docMk/>
            <pc:sldMk cId="1710460890" sldId="367"/>
            <ac:spMk id="15" creationId="{3F60CBCA-ABCF-BB95-98CD-7037BE9BCAA9}"/>
          </ac:spMkLst>
        </pc:spChg>
        <pc:cxnChg chg="mod">
          <ac:chgData name="Gulsen, Esra" userId="7235d770-237d-4800-b61c-50fef741ee75" providerId="ADAL" clId="{7068DF90-5491-48D9-884A-0F59F5CE05E4}" dt="2025-11-03T23:27:18.423" v="9575" actId="1076"/>
          <ac:cxnSpMkLst>
            <pc:docMk/>
            <pc:sldMk cId="1710460890" sldId="367"/>
            <ac:cxnSpMk id="9" creationId="{E17914CA-4B7A-BD0A-AF91-1BC490432057}"/>
          </ac:cxnSpMkLst>
        </pc:cxnChg>
        <pc:cxnChg chg="mod">
          <ac:chgData name="Gulsen, Esra" userId="7235d770-237d-4800-b61c-50fef741ee75" providerId="ADAL" clId="{7068DF90-5491-48D9-884A-0F59F5CE05E4}" dt="2025-11-03T23:27:18.423" v="9575" actId="1076"/>
          <ac:cxnSpMkLst>
            <pc:docMk/>
            <pc:sldMk cId="1710460890" sldId="367"/>
            <ac:cxnSpMk id="10" creationId="{0E97793B-AEBA-CA62-EA84-4994F50573E7}"/>
          </ac:cxnSpMkLst>
        </pc:cxnChg>
      </pc:sldChg>
      <pc:sldChg chg="add del">
        <pc:chgData name="Gulsen, Esra" userId="7235d770-237d-4800-b61c-50fef741ee75" providerId="ADAL" clId="{7068DF90-5491-48D9-884A-0F59F5CE05E4}" dt="2025-11-03T22:14:50.801" v="9263" actId="47"/>
        <pc:sldMkLst>
          <pc:docMk/>
          <pc:sldMk cId="2844601591" sldId="367"/>
        </pc:sldMkLst>
      </pc:sldChg>
      <pc:sldChg chg="modSp add del mod ord modNotesTx">
        <pc:chgData name="Gulsen, Esra" userId="7235d770-237d-4800-b61c-50fef741ee75" providerId="ADAL" clId="{7068DF90-5491-48D9-884A-0F59F5CE05E4}" dt="2025-11-03T23:31:42.584" v="9626" actId="2696"/>
        <pc:sldMkLst>
          <pc:docMk/>
          <pc:sldMk cId="1053438530" sldId="368"/>
        </pc:sldMkLst>
        <pc:spChg chg="mod">
          <ac:chgData name="Gulsen, Esra" userId="7235d770-237d-4800-b61c-50fef741ee75" providerId="ADAL" clId="{7068DF90-5491-48D9-884A-0F59F5CE05E4}" dt="2025-11-03T23:30:00.035" v="9601" actId="13926"/>
          <ac:spMkLst>
            <pc:docMk/>
            <pc:sldMk cId="1053438530" sldId="368"/>
            <ac:spMk id="5" creationId="{40C5922A-27FD-06D9-FA91-D28370D6858E}"/>
          </ac:spMkLst>
        </pc:spChg>
      </pc:sldChg>
      <pc:sldChg chg="modSp add mod ord modNotesTx">
        <pc:chgData name="Gulsen, Esra" userId="7235d770-237d-4800-b61c-50fef741ee75" providerId="ADAL" clId="{7068DF90-5491-48D9-884A-0F59F5CE05E4}" dt="2025-11-03T23:46:30.765" v="9704" actId="20577"/>
        <pc:sldMkLst>
          <pc:docMk/>
          <pc:sldMk cId="1735910785" sldId="368"/>
        </pc:sldMkLst>
        <pc:spChg chg="mod">
          <ac:chgData name="Gulsen, Esra" userId="7235d770-237d-4800-b61c-50fef741ee75" providerId="ADAL" clId="{7068DF90-5491-48D9-884A-0F59F5CE05E4}" dt="2025-11-03T23:31:51.778" v="9630" actId="13926"/>
          <ac:spMkLst>
            <pc:docMk/>
            <pc:sldMk cId="1735910785" sldId="368"/>
            <ac:spMk id="5" creationId="{E0294E6C-C021-9242-02D3-0894F1F888DB}"/>
          </ac:spMkLst>
        </pc:spChg>
      </pc:sldChg>
      <pc:sldChg chg="add del mod modShow">
        <pc:chgData name="Gulsen, Esra" userId="7235d770-237d-4800-b61c-50fef741ee75" providerId="ADAL" clId="{7068DF90-5491-48D9-884A-0F59F5CE05E4}" dt="2025-11-03T22:24:00.633" v="9371" actId="47"/>
        <pc:sldMkLst>
          <pc:docMk/>
          <pc:sldMk cId="3678436105" sldId="3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87F3AF-1F3A-1675-D106-000960B713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1B3AB-3FEF-033A-64CE-0A5802812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A19-01F3-F34F-8699-7A1C071F930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7C088-0AA5-C044-80FD-DE80F9A60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DEE4-D76F-1826-DA49-6A7D00911A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F2289-1B98-B74A-AEBC-B44B84F1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0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BAA33-C0A4-9346-AAF1-BAD43E000F9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535E0-CBDD-BC4C-BD4F-9919692E8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</a:t>
            </a:r>
          </a:p>
          <a:p>
            <a:endParaRPr lang="en-US" dirty="0"/>
          </a:p>
          <a:p>
            <a:r>
              <a:rPr lang="en-US" dirty="0"/>
              <a:t>Today. I am going to tell useful information about Docker software.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47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 will point out basic docker background.</a:t>
            </a:r>
          </a:p>
          <a:p>
            <a:endParaRPr lang="en-US" dirty="0"/>
          </a:p>
          <a:p>
            <a:r>
              <a:rPr lang="en-US" dirty="0"/>
              <a:t>then I will continue with docker workflow small demos about how to create docker container and how to push/commit our docker container images.</a:t>
            </a:r>
          </a:p>
          <a:p>
            <a:endParaRPr lang="en-US" dirty="0"/>
          </a:p>
          <a:p>
            <a:r>
              <a:rPr lang="en-US" dirty="0"/>
              <a:t>And last, I am planning to have a group exercise download our docker image and run in your computer.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</a:t>
            </a:r>
            <a:r>
              <a:rPr lang="en-US"/>
              <a:t>uick </a:t>
            </a:r>
            <a:r>
              <a:rPr lang="en-US" dirty="0"/>
              <a:t>update : We have used the </a:t>
            </a:r>
            <a:r>
              <a:rPr lang="en-US" dirty="0" err="1"/>
              <a:t>isws</a:t>
            </a:r>
            <a:r>
              <a:rPr lang="en-US" dirty="0"/>
              <a:t> – demonstration models while creating our docker container.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6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before start, I would like to kindly remind everyone we are running Docker and power shell in our administration account.</a:t>
            </a:r>
          </a:p>
          <a:p>
            <a:endParaRPr lang="en-US" dirty="0"/>
          </a:p>
          <a:p>
            <a:r>
              <a:rPr lang="en-US" dirty="0"/>
              <a:t>At the beginning of Parflow, I was forgetting this and getting unexpected error page that prevents me from using </a:t>
            </a:r>
            <a:r>
              <a:rPr lang="en-US" dirty="0" err="1"/>
              <a:t>DockerDesktop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31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EBED-BD6A-F6E7-31B5-726F230E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D3A58-6A4E-6EA3-BB37-150BC0BE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8E23D-C4B3-EB88-306E-470DA5591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Let me start with meaning of docker: 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software container platform. Mostly computer engineer is using to share their programming update each other. You can share  software /website update with your docker container to your co-workers.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create this containers, we need to start with creating docker file.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file: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text document that contains all the commands a user could call to build and image.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behind the process of setting up and running a container  is to  create a text document that contains all commands.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image is built then you can create container in the docker 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A8936-98AC-E2FE-3BA2-0746E445B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1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one example of docker file which include FROM, COPY,ENV, CMD </a:t>
            </a:r>
          </a:p>
          <a:p>
            <a:endParaRPr lang="en-US" dirty="0"/>
          </a:p>
          <a:p>
            <a:r>
              <a:rPr lang="en-US" dirty="0"/>
              <a:t>We have created this docker file depending on our model paths and programs .</a:t>
            </a:r>
          </a:p>
          <a:p>
            <a:endParaRPr lang="en-US" dirty="0"/>
          </a:p>
          <a:p>
            <a:r>
              <a:rPr lang="en-US" dirty="0"/>
              <a:t>For example:  for notebook we called python 3.13 from Docker Hub. And we gave our work directory and files that we need to copy</a:t>
            </a:r>
          </a:p>
          <a:p>
            <a:endParaRPr lang="en-US" dirty="0"/>
          </a:p>
          <a:p>
            <a:r>
              <a:rPr lang="en-US" dirty="0"/>
              <a:t>I want to point out here is the port number inside of our Expose command:</a:t>
            </a:r>
          </a:p>
          <a:p>
            <a:endParaRPr lang="en-US" dirty="0"/>
          </a:p>
          <a:p>
            <a:r>
              <a:rPr lang="en-US" dirty="0"/>
              <a:t>Port number is new term for us. </a:t>
            </a:r>
          </a:p>
          <a:p>
            <a:endParaRPr lang="en-US" dirty="0"/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ports in docker are essential for enabling communication between docker containers and outside of the world via the internet.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building our image from this docker file, we 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 our container with this port number 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33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think the most important part is starting here.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talk previous slide, POINTER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First, we are creating our container with docker file then with docker build command we are building our image then with docker run command we are creating our docker container.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docker build -t flopydemo 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 at the end of this command line is important. this specifies the build context, which is the current directory in our case.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will look for the Docker file and other necessary files within this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22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create our image we work with our model inside container, then We will need to share our updates with other people, So that anyone can pull our work.</a:t>
            </a:r>
          </a:p>
          <a:p>
            <a:endParaRPr lang="en-US" dirty="0"/>
          </a:p>
          <a:p>
            <a:r>
              <a:rPr lang="en-US" dirty="0"/>
              <a:t>This workflow will be very similar our current GitHub workflow. You can push, pull, and commit just like we do with GitHub. Similar actions, different commands. And we are </a:t>
            </a:r>
            <a:r>
              <a:rPr lang="en-US" dirty="0" err="1"/>
              <a:t>gonna</a:t>
            </a:r>
            <a:r>
              <a:rPr lang="en-US" dirty="0"/>
              <a:t> share our container (like GitHub Repo) via Docker Hub.</a:t>
            </a:r>
          </a:p>
          <a:p>
            <a:endParaRPr lang="en-US" dirty="0"/>
          </a:p>
          <a:p>
            <a:r>
              <a:rPr lang="en-US" dirty="0"/>
              <a:t>We need to login and enter with our password in PowerShell.  </a:t>
            </a:r>
          </a:p>
          <a:p>
            <a:r>
              <a:rPr lang="en-US" dirty="0"/>
              <a:t>Password will be our token number in Docker container.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0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2486-4D16-E9F6-6864-8294DA6D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80EFB-0C0F-62F3-BC69-806386B75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3522E-59AD-6E89-EFD0-1ACC1F859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very similar to our </a:t>
            </a:r>
            <a:r>
              <a:rPr lang="en-US" dirty="0" err="1"/>
              <a:t>github</a:t>
            </a:r>
            <a:r>
              <a:rPr lang="en-US" dirty="0"/>
              <a:t> we have repositories and versions in Docker Hub.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C5A55-3227-D3B6-14E6-4DD381A15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31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4DF5-1A68-4438-C772-A9270C9F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73373-49E6-D67A-9E49-6F50A9A64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0C9A9-3A22-C7E8-C122-B8430740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PURPLE!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Don’t pay attention to details; I would like you to pay attention to purple circle same </a:t>
            </a:r>
            <a:r>
              <a:rPr lang="en-US" dirty="0" err="1"/>
              <a:t>github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Docker workflow is like GitHub workflow: commit, push, pull!!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893CE-AD78-BC1E-4AE9-A224C351B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56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BE8B-052F-CD33-FC12-1E2BFDED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C35FD-189C-9C2B-7BC9-7C0C9BC17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AE5D6-4E75-2D65-A056-F0A406F1A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Version!!!!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07BE9-03E2-7898-54AC-5BAA7200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44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2F5E-C1C2-01F9-FE52-80610AE5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F130-1E8D-9A80-5D8E-B93D6BBD0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29214-5C10-7524-3439-90D45CBF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03226-12B9-8813-8976-117CB0B55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09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Docker Image: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file system and parameters needed to run application.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Docker images, think of them as a standardized package that contains everything needed to run an application, including its files, configuration, and dependencies.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36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703B-9042-8FD5-EB94-3AFB6937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2F3D-1162-AAF5-2F33-B69896682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9B9AD-644E-5E63-6167-D26E7CA03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C626-CF39-0D9B-D24E-2BF408BCC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78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64CA-BEE9-A6ED-0CFE-84ED5DAE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585AA-6581-A562-9813-B113C98B6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A182A-716C-5337-265A-673F84749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PURPLE!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Don’t pay attention to details; same </a:t>
            </a:r>
            <a:r>
              <a:rPr lang="en-US" dirty="0" err="1"/>
              <a:t>github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Docker workflow is like GitHub workflow: commit, push, pull!!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8B279-9785-D08A-79C0-F7DCF4EAC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0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28AF6EC-2DA8-4051-4521-C28C2621B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2DCC6-6153-84C1-32E8-77D38EF08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4520" y="4586025"/>
            <a:ext cx="8622960" cy="365122"/>
          </a:xfrm>
        </p:spPr>
        <p:txBody>
          <a:bodyPr/>
          <a:lstStyle>
            <a:lvl1pPr marL="0" indent="0" algn="ctr">
              <a:buNone/>
              <a:defRPr sz="2400" b="0" i="1">
                <a:solidFill>
                  <a:schemeClr val="tx1"/>
                </a:solidFill>
                <a:latin typeface="Georgia" panose="02040502050405020303" pitchFamily="18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6EF8E7-B6BA-01FE-BB3F-7F247742B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153" y="6404700"/>
            <a:ext cx="2743200" cy="268424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mm/dd/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C6114CDB-A767-CA89-47A1-11B03F2E4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4520" y="1633215"/>
            <a:ext cx="8622960" cy="2376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5615634-1850-3311-C53F-4228AEF33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40625" y="4312026"/>
            <a:ext cx="4910751" cy="0"/>
          </a:xfrm>
          <a:prstGeom prst="line">
            <a:avLst/>
          </a:prstGeom>
          <a:ln w="38100">
            <a:solidFill>
              <a:srgbClr val="FF5F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University of Illinois Urbana-Champaign primary word mark.">
            <a:extLst>
              <a:ext uri="{FF2B5EF4-FFF2-40B4-BE49-F238E27FC236}">
                <a16:creationId xmlns:a16="http://schemas.microsoft.com/office/drawing/2014/main" id="{7F11D14F-2234-1D96-7F17-CA2AEFD874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186" y="0"/>
            <a:ext cx="3213627" cy="7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9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55" y="582583"/>
            <a:ext cx="9980364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659" y="2504090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659" y="4446820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9692" y="2508250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0357" y="44598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38665" y="250825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39054" y="44598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  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4F99D5A3-9EE8-6F0B-F613-53117C5175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7629" y="250825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4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484D1ADD-7F58-0308-A75B-55AF06E08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8018" y="44598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4  </a:t>
            </a:r>
          </a:p>
        </p:txBody>
      </p:sp>
      <p:pic>
        <p:nvPicPr>
          <p:cNvPr id="7" name="Picture 6" descr="The Block I in orange with a blue background.">
            <a:extLst>
              <a:ext uri="{FF2B5EF4-FFF2-40B4-BE49-F238E27FC236}">
                <a16:creationId xmlns:a16="http://schemas.microsoft.com/office/drawing/2014/main" id="{89C3958C-861F-E952-A189-CB8DB6AE35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AA2614-0175-B854-649F-D0914FEF0BFD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93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630889"/>
            <a:ext cx="6890642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1F3EBA-BB56-24BC-8D2A-25A46342FA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750067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067" y="3435953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0067" y="53786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8100" y="3440113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8765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7073" y="3440113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7462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The Block I in orange with a blue background.">
            <a:extLst>
              <a:ext uri="{FF2B5EF4-FFF2-40B4-BE49-F238E27FC236}">
                <a16:creationId xmlns:a16="http://schemas.microsoft.com/office/drawing/2014/main" id="{98D106C5-605B-2112-AA42-F654C4F002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A0D37-2D41-BEEA-A57E-F064DB712B74}"/>
              </a:ext>
            </a:extLst>
          </p:cNvPr>
          <p:cNvCxnSpPr>
            <a:cxnSpLocks/>
          </p:cNvCxnSpPr>
          <p:nvPr userDrawn="1"/>
        </p:nvCxnSpPr>
        <p:spPr>
          <a:xfrm>
            <a:off x="3962400" y="1529395"/>
            <a:ext cx="7576711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45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61224" y="1969851"/>
            <a:ext cx="1270782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340128"/>
            <a:ext cx="7391400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lang="en-US" sz="4100" b="1" i="0" kern="1200" dirty="0">
                <a:solidFill>
                  <a:srgbClr val="1228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1F3EBA-BB56-24BC-8D2A-25A46342FA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750067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The Block I in orange with a blue background.">
            <a:extLst>
              <a:ext uri="{FF2B5EF4-FFF2-40B4-BE49-F238E27FC236}">
                <a16:creationId xmlns:a16="http://schemas.microsoft.com/office/drawing/2014/main" id="{98D106C5-605B-2112-AA42-F654C4F002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A0D37-2D41-BEEA-A57E-F064DB712B74}"/>
              </a:ext>
            </a:extLst>
          </p:cNvPr>
          <p:cNvCxnSpPr>
            <a:cxnSpLocks/>
          </p:cNvCxnSpPr>
          <p:nvPr userDrawn="1"/>
        </p:nvCxnSpPr>
        <p:spPr>
          <a:xfrm>
            <a:off x="3961224" y="4075647"/>
            <a:ext cx="7576711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7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62A39477-4C88-8E48-1822-FD6189A31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690ECB-CD70-4029-D9E1-7BEBF26D9505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1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1"/>
            <a:ext cx="10515600" cy="19182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1BAC4EE-6D95-76BD-09BB-2C9BA247B1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95713"/>
            <a:ext cx="12192000" cy="3062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6801C8C4-E60D-EC33-9411-DB9B9B6D3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C09994-9507-EB2C-3DCE-EA721207F323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headings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7A9CC-D5F0-9DC0-F6FA-3977F73FB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9326"/>
          </a:xfrm>
        </p:spPr>
        <p:txBody>
          <a:bodyPr anchor="b"/>
          <a:lstStyle>
            <a:lvl1pPr marL="0" indent="0">
              <a:buNone/>
              <a:defRPr sz="2400" b="1" i="1">
                <a:solidFill>
                  <a:srgbClr val="FF5F03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B5F54-5BFF-2C81-F5CB-2B03AB0AD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9326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1" i="1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BB91BF38-30A1-826B-A75E-6E481761B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94AAB-710F-ADB2-534D-74E6313218FA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3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8171"/>
            <a:ext cx="5157787" cy="449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8171"/>
            <a:ext cx="5183188" cy="449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9439D444-AF5A-6303-68F1-109D74E746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9EF26D-F853-3936-5667-5934E5FB1C01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6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ACE78D9-A165-7D43-2B39-962B735A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A487F51A-F34E-003A-6E61-832B953E8C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6E375C-D3DB-5281-37CD-B0B36002FD9B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E3AD37-BD56-155C-4E92-8552CE45EBE7}"/>
              </a:ext>
            </a:extLst>
          </p:cNvPr>
          <p:cNvSpPr/>
          <p:nvPr userDrawn="1"/>
        </p:nvSpPr>
        <p:spPr>
          <a:xfrm>
            <a:off x="838200" y="2588634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D5AA1D-CE2F-5558-245F-3F1C03B3B28A}"/>
              </a:ext>
            </a:extLst>
          </p:cNvPr>
          <p:cNvSpPr/>
          <p:nvPr userDrawn="1"/>
        </p:nvSpPr>
        <p:spPr>
          <a:xfrm>
            <a:off x="3106947" y="2574497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66F6DE-CA40-6914-2F07-867ECFEE7D9A}"/>
              </a:ext>
            </a:extLst>
          </p:cNvPr>
          <p:cNvSpPr/>
          <p:nvPr userDrawn="1"/>
        </p:nvSpPr>
        <p:spPr>
          <a:xfrm>
            <a:off x="5401574" y="2574497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65960C-E050-D410-2DA2-25B7898B898C}"/>
              </a:ext>
            </a:extLst>
          </p:cNvPr>
          <p:cNvSpPr/>
          <p:nvPr userDrawn="1"/>
        </p:nvSpPr>
        <p:spPr>
          <a:xfrm>
            <a:off x="7670321" y="2583123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CCA00D-4612-8333-644C-E649C90A2F2C}"/>
              </a:ext>
            </a:extLst>
          </p:cNvPr>
          <p:cNvCxnSpPr>
            <a:cxnSpLocks/>
          </p:cNvCxnSpPr>
          <p:nvPr userDrawn="1"/>
        </p:nvCxnSpPr>
        <p:spPr>
          <a:xfrm>
            <a:off x="1005367" y="2753884"/>
            <a:ext cx="6835715" cy="0"/>
          </a:xfrm>
          <a:prstGeom prst="line">
            <a:avLst/>
          </a:prstGeom>
          <a:ln w="5715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75C42-1321-F93A-90B0-48A69D140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234360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E2E4B6E-A490-12A1-BB7C-79359243F4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4159776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494172-3C9A-E31F-E28C-0462436A0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8692" y="324537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3D59774-0105-B649-B9FA-AF68838B97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7675" y="4159776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7E2C8C-337A-FC09-DE74-4A56AAF7AB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9184" y="3245894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E38F62B-961D-0DE7-9EC1-0973D5D819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99183" y="4159776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F0FC4DC-6E88-C1A6-C45D-98BE7D1AF6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79675" y="3256910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246520-80AB-BE75-3ACC-86881EF850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9675" y="4159776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A0555078-B099-CD0A-F090-0C99F0B3C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B176D1-859E-4EE2-F625-25889B30D314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7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6B9E74-4DC9-A3FF-B140-E52A3530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The Block I in orange with a blue background.">
            <a:extLst>
              <a:ext uri="{FF2B5EF4-FFF2-40B4-BE49-F238E27FC236}">
                <a16:creationId xmlns:a16="http://schemas.microsoft.com/office/drawing/2014/main" id="{49B53127-E0C0-33A3-CABB-F190ACEDE4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090703-8BCF-AADF-F192-5A6B5F066799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E9ACC9EA-B20D-A53D-F291-E50DBE59C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882169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600" b="0" i="1" kern="1200" dirty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“ Quote ”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1C9DF8-B379-B2C4-9014-4E77E0C72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3930" y="3678736"/>
            <a:ext cx="5164137" cy="365119"/>
          </a:xfrm>
        </p:spPr>
        <p:txBody>
          <a:bodyPr>
            <a:normAutofit/>
          </a:bodyPr>
          <a:lstStyle>
            <a:lvl1pPr marL="0" indent="0" algn="ctr">
              <a:buNone/>
              <a:defRPr sz="18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- First name Last name, Title</a:t>
            </a:r>
          </a:p>
        </p:txBody>
      </p:sp>
      <p:pic>
        <p:nvPicPr>
          <p:cNvPr id="2" name="Picture 1" descr="University of Illinois Urbana-Champaign primary word mark.">
            <a:extLst>
              <a:ext uri="{FF2B5EF4-FFF2-40B4-BE49-F238E27FC236}">
                <a16:creationId xmlns:a16="http://schemas.microsoft.com/office/drawing/2014/main" id="{81922A59-CC2B-32F0-9368-28ABC1D725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184" y="0"/>
            <a:ext cx="3213627" cy="77739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7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D2CD750-36DB-0D73-74E0-6BDC0B38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The Block I in orange with a blue background.">
            <a:extLst>
              <a:ext uri="{FF2B5EF4-FFF2-40B4-BE49-F238E27FC236}">
                <a16:creationId xmlns:a16="http://schemas.microsoft.com/office/drawing/2014/main" id="{43FD2314-946E-B58C-7BCE-9D2907F9B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6F54D8-7147-A8A5-E190-55AB51B18217}"/>
              </a:ext>
            </a:extLst>
          </p:cNvPr>
          <p:cNvCxnSpPr>
            <a:cxnSpLocks/>
          </p:cNvCxnSpPr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86A5D-AAD4-1143-623B-CC25F95D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09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0FBF-1394-4B2F-259A-7BBAA5666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2284B"/>
                </a:solidFill>
                <a:latin typeface="Georgia" panose="02040502050405020303" pitchFamily="18" charset="0"/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884A-98FD-E13E-88CA-52A9BB3B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7BB7-053E-8DA9-7A56-8DC39FE2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5" r:id="rId2"/>
    <p:sldLayoutId id="2147483679" r:id="rId3"/>
    <p:sldLayoutId id="2147483689" r:id="rId4"/>
    <p:sldLayoutId id="2147483660" r:id="rId5"/>
    <p:sldLayoutId id="2147483684" r:id="rId6"/>
    <p:sldLayoutId id="2147483653" r:id="rId7"/>
    <p:sldLayoutId id="2147483683" r:id="rId8"/>
    <p:sldLayoutId id="2147483686" r:id="rId9"/>
    <p:sldLayoutId id="2147483688" r:id="rId10"/>
    <p:sldLayoutId id="2147483687" r:id="rId11"/>
    <p:sldLayoutId id="2147483663" r:id="rId12"/>
    <p:sldLayoutId id="2147483654" r:id="rId13"/>
    <p:sldLayoutId id="214748368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FF5F03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5F03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eorgia" panose="02040502050405020303" pitchFamily="18" charset="0"/>
          <a:ea typeface="Source Sans Pro" panose="020B0503030403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5F03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eorgia" panose="02040502050405020303" pitchFamily="18" charset="0"/>
          <a:ea typeface="Source Sans Pro" panose="020B0503030403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5F03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orgia" panose="02040502050405020303" pitchFamily="18" charset="0"/>
          <a:ea typeface="Source Sans Pro" panose="020B0503030403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5F03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Georgia" panose="02040502050405020303" pitchFamily="18" charset="0"/>
          <a:ea typeface="Source Sans Pro" panose="020B0503030403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5F03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Georgia" panose="02040502050405020303" pitchFamily="18" charset="0"/>
          <a:ea typeface="Source Sans Pro" panose="020B0503030403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01BFD6-0C32-4ED6-A81C-5717D3713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20" y="2447778"/>
            <a:ext cx="8622960" cy="1562114"/>
          </a:xfrm>
        </p:spPr>
        <p:txBody>
          <a:bodyPr/>
          <a:lstStyle/>
          <a:p>
            <a:r>
              <a:rPr lang="en-US" sz="5400" dirty="0"/>
              <a:t>Introduction to Docker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B95A5-5BA5-E9E1-56E8-91746CF15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Illinois State Water Survey  / Advanced Modelling Meeting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BA026-3F82-93B6-7678-593FF988FA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600" dirty="0"/>
              <a:t>11/04/2025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FD471-5294-6505-A110-B5C69AE71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38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6F45172-FEB8-4466-658C-4B43B676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Overview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9C86DD-BB96-F077-C47A-096A14626A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3737" y="1858527"/>
            <a:ext cx="2504527" cy="692468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j-lt"/>
              </a:rPr>
              <a:t>Basic Docker Background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D72EBC-913A-1941-ACCF-68C4DAFE17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3737" y="3094804"/>
            <a:ext cx="2504527" cy="1062361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+mj-lt"/>
              </a:rPr>
              <a:t>Workflow and Small 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62A30-2BB4-76BB-FD2A-EFF1F8DC3F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9031" y="4378400"/>
            <a:ext cx="3553938" cy="1897017"/>
          </a:xfrm>
        </p:spPr>
        <p:txBody>
          <a:bodyPr anchor="ctr">
            <a:noAutofit/>
          </a:bodyPr>
          <a:lstStyle/>
          <a:p>
            <a:r>
              <a:rPr lang="en-US" u="sng" dirty="0">
                <a:latin typeface="+mj-lt"/>
              </a:rPr>
              <a:t>Demo: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Download Docker image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Run on your Computer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FD527-6DC3-3B41-4B47-3CA3F102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6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2DF010-C2D8-501B-BF0F-2772C4485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385DA76-2DD3-144A-9C84-6B8D9531DA2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D5373-CAF9-D9B1-FA31-6CC0E642A0BE}"/>
              </a:ext>
            </a:extLst>
          </p:cNvPr>
          <p:cNvSpPr txBox="1"/>
          <p:nvPr/>
        </p:nvSpPr>
        <p:spPr>
          <a:xfrm>
            <a:off x="408237" y="2446536"/>
            <a:ext cx="2775747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u="sng" dirty="0"/>
          </a:p>
          <a:p>
            <a:pPr algn="ctr"/>
            <a:endParaRPr lang="en-US" u="sng" dirty="0"/>
          </a:p>
          <a:p>
            <a:pPr algn="ctr"/>
            <a:endParaRPr lang="en-US" u="sng" dirty="0"/>
          </a:p>
          <a:p>
            <a:pPr algn="ctr"/>
            <a:r>
              <a:rPr lang="en-US" u="sng" dirty="0"/>
              <a:t>Please run Docker  and Power Shell as your admin account!!!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</p:txBody>
      </p:sp>
      <p:pic>
        <p:nvPicPr>
          <p:cNvPr id="4" name="Picture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0E8ACD4-0FE7-5629-2C83-4479176D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5" t="7594" r="1292"/>
          <a:stretch>
            <a:fillRect/>
          </a:stretch>
        </p:blipFill>
        <p:spPr>
          <a:xfrm>
            <a:off x="3581401" y="1571969"/>
            <a:ext cx="6671983" cy="496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0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6484-F31F-FE77-9F65-6FF32B6F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1DFDB-0CAB-CEE3-5A62-D036191A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4" y="613971"/>
            <a:ext cx="10014842" cy="599096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Container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0269F9-3233-B7DC-0356-7F80D7D122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6015"/>
          <a:stretch>
            <a:fillRect/>
          </a:stretch>
        </p:blipFill>
        <p:spPr>
          <a:xfrm>
            <a:off x="1386405" y="3752234"/>
            <a:ext cx="7995335" cy="277024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E303C6-A521-0A1D-8C4E-A148856A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4058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C2E48-6972-A1BA-06D1-00A441D3BA24}"/>
              </a:ext>
            </a:extLst>
          </p:cNvPr>
          <p:cNvSpPr txBox="1"/>
          <p:nvPr/>
        </p:nvSpPr>
        <p:spPr>
          <a:xfrm>
            <a:off x="566569" y="1324273"/>
            <a:ext cx="110588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cs typeface="Arial" panose="020B0604020202020204" pitchFamily="34" charset="0"/>
            </a:endParaRPr>
          </a:p>
          <a:p>
            <a:r>
              <a:rPr lang="en-US" b="1" dirty="0">
                <a:cs typeface="Arial" panose="020B0604020202020204" pitchFamily="34" charset="0"/>
              </a:rPr>
              <a:t>Docker: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/>
              <a:t>a software container platform.</a:t>
            </a:r>
          </a:p>
          <a:p>
            <a:endParaRPr lang="en-US" b="1" dirty="0">
              <a:cs typeface="Arial" panose="020B0604020202020204" pitchFamily="34" charset="0"/>
            </a:endParaRPr>
          </a:p>
          <a:p>
            <a:r>
              <a:rPr lang="en-US" b="1" dirty="0">
                <a:cs typeface="Arial" panose="020B0604020202020204" pitchFamily="34" charset="0"/>
              </a:rPr>
              <a:t>Docker File: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/>
              <a:t>a text document that contains all the commands a user could call to build an image.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create a text document that contains all commands.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image is built </a:t>
            </a:r>
            <a:r>
              <a:rPr lang="en-US" b="1" u="sng" dirty="0"/>
              <a:t>docker build </a:t>
            </a:r>
            <a:r>
              <a:rPr lang="en-US" dirty="0"/>
              <a:t>then </a:t>
            </a:r>
            <a:r>
              <a:rPr lang="en-US" b="1" u="sng" dirty="0"/>
              <a:t>docker run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71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78088-5B11-E66C-A802-C3F460C5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8" y="498587"/>
            <a:ext cx="10014842" cy="599096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file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8D56127-CA0F-7099-450F-9F045B4255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/>
          <a:srcRect l="1725" t="1074" r="1907" b="-1074"/>
          <a:stretch>
            <a:fillRect/>
          </a:stretch>
        </p:blipFill>
        <p:spPr>
          <a:xfrm>
            <a:off x="6601371" y="3822966"/>
            <a:ext cx="5488225" cy="2900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96F61D-A392-783D-C9F4-03F7DFB90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3178" y="1850473"/>
            <a:ext cx="5289389" cy="1808302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latin typeface="+mn-lt"/>
                <a:cs typeface="Times New Roman" panose="02020603050405020304" pitchFamily="18" charset="0"/>
              </a:rPr>
              <a:t>ENV: </a:t>
            </a:r>
            <a:r>
              <a:rPr lang="en-US" sz="18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Sets environment variables.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latin typeface="+mn-lt"/>
                <a:cs typeface="Times New Roman" panose="02020603050405020304" pitchFamily="18" charset="0"/>
              </a:rPr>
              <a:t>CMD: </a:t>
            </a:r>
            <a:r>
              <a:rPr lang="en-US" sz="18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Provides default commands for an executing container.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B0748-91B5-AFC7-54AE-C129E7D1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4058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5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21507B-E269-9DFC-D0B8-1F4F56E35E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18"/>
          <a:stretch>
            <a:fillRect/>
          </a:stretch>
        </p:blipFill>
        <p:spPr>
          <a:xfrm>
            <a:off x="295712" y="3822966"/>
            <a:ext cx="6204017" cy="2900000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8D49D501-0E04-E7EE-0454-3C39745AE902}"/>
              </a:ext>
            </a:extLst>
          </p:cNvPr>
          <p:cNvSpPr txBox="1">
            <a:spLocks/>
          </p:cNvSpPr>
          <p:nvPr/>
        </p:nvSpPr>
        <p:spPr>
          <a:xfrm>
            <a:off x="752138" y="1780548"/>
            <a:ext cx="5183188" cy="19481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5F0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5F03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5F03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5F03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5F03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latin typeface="+mn-lt"/>
                <a:cs typeface="Times New Roman" panose="02020603050405020304" pitchFamily="18" charset="0"/>
              </a:rPr>
              <a:t>FROM: </a:t>
            </a:r>
            <a:r>
              <a:rPr lang="en-US" sz="21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This includes base image structure base image start from the Docker Hub. (e.g., ubuntu: latest, python:3.9, </a:t>
            </a:r>
            <a:r>
              <a:rPr lang="en-US" sz="2100" kern="100" dirty="0" err="1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parflow</a:t>
            </a:r>
            <a:r>
              <a:rPr lang="en-US" sz="21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latest).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COPY: </a:t>
            </a:r>
            <a:r>
              <a:rPr lang="en-US" sz="21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Copies files or directories from your GitHub into the image</a:t>
            </a:r>
            <a:r>
              <a:rPr lang="en-US" sz="21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39DED-8D12-CA47-BE7D-7D035512CAB7}"/>
              </a:ext>
            </a:extLst>
          </p:cNvPr>
          <p:cNvSpPr txBox="1"/>
          <p:nvPr/>
        </p:nvSpPr>
        <p:spPr>
          <a:xfrm>
            <a:off x="752139" y="1188411"/>
            <a:ext cx="10261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00" dirty="0">
                <a:cs typeface="Times New Roman" panose="02020603050405020304" pitchFamily="18" charset="0"/>
              </a:rPr>
              <a:t>Docker file: </a:t>
            </a:r>
            <a:r>
              <a:rPr lang="en-US" dirty="0"/>
              <a:t>a text document that contains all the commands a user could call to build an image.</a:t>
            </a:r>
            <a:br>
              <a:rPr lang="en-US" dirty="0"/>
            </a:b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7F9B81-E6B1-26EA-AC00-DAAD49B73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19303" y="6219867"/>
            <a:ext cx="884903" cy="5030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D48057-F472-CC96-1A71-9C99298B5A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01371" y="5749187"/>
            <a:ext cx="1520074" cy="6102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4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4738BE-CE18-4929-E1F3-8EC78B3A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513" y="570455"/>
            <a:ext cx="10014842" cy="599096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build/run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B095FC-25DE-CB24-BA26-99BA4E6E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226" y="6342600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AA29F-B68D-0136-5CDC-54989CD18B96}"/>
              </a:ext>
            </a:extLst>
          </p:cNvPr>
          <p:cNvSpPr txBox="1"/>
          <p:nvPr/>
        </p:nvSpPr>
        <p:spPr>
          <a:xfrm>
            <a:off x="192505" y="1610345"/>
            <a:ext cx="11911038" cy="492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/>
              <a:t>docker file</a:t>
            </a:r>
            <a:r>
              <a:rPr lang="en-US" sz="2400" dirty="0">
                <a:sym typeface="Wingdings" panose="05000000000000000000" pitchFamily="2" charset="2"/>
              </a:rPr>
              <a:t> </a:t>
            </a:r>
            <a:r>
              <a:rPr lang="en-US" sz="2400" dirty="0"/>
              <a:t> </a:t>
            </a:r>
            <a:r>
              <a:rPr lang="en-US" sz="2400" b="1" dirty="0">
                <a:highlight>
                  <a:srgbClr val="FFFF00"/>
                </a:highlight>
              </a:rPr>
              <a:t>(1) docker build 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 image 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b="1" dirty="0">
                <a:highlight>
                  <a:srgbClr val="FF5F03"/>
                </a:highlight>
                <a:sym typeface="Wingdings" panose="05000000000000000000" pitchFamily="2" charset="2"/>
              </a:rPr>
              <a:t>(2) </a:t>
            </a:r>
            <a:r>
              <a:rPr lang="en-US" sz="2400" b="1" dirty="0">
                <a:highlight>
                  <a:srgbClr val="FF5F03"/>
                </a:highlight>
              </a:rPr>
              <a:t>docker run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FF"/>
                </a:highlight>
              </a:rPr>
              <a:t>docker container (3)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endParaRPr lang="en-US" sz="24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docker build -t </a:t>
            </a:r>
            <a:r>
              <a:rPr lang="en-US" sz="2400" kern="100" dirty="0" err="1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flopydemo</a:t>
            </a:r>
            <a:r>
              <a:rPr lang="en-US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 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effectLst/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docker run -dp 85:85 </a:t>
            </a:r>
            <a:r>
              <a:rPr lang="en-US" sz="2400" kern="100" dirty="0" err="1">
                <a:effectLst/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flopydemo</a:t>
            </a:r>
            <a:endParaRPr lang="en-US" sz="2400" kern="100" dirty="0">
              <a:effectLst/>
              <a:highlight>
                <a:srgbClr val="FF5F03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highlight>
                  <a:srgbClr val="00FFFF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Container Active</a:t>
            </a:r>
          </a:p>
          <a:p>
            <a:pPr marL="914400" lvl="1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Work in </a:t>
            </a:r>
            <a:r>
              <a:rPr lang="en-US" sz="24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 Notebooks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b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i="1" dirty="0"/>
              <a:t>-d = detachment </a:t>
            </a:r>
          </a:p>
          <a:p>
            <a:r>
              <a:rPr lang="en-US" i="1" dirty="0"/>
              <a:t>-p = port number by publishing a container’s network service to the host or external network through port mapping, you can make it reachable from other networked devices. 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8968CB-4D07-A489-FEF9-463E75A7E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26" y="2313401"/>
            <a:ext cx="5986917" cy="32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C551-77D2-0752-D101-4B4BDE70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 Hub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35BA4-BDB4-73B8-B7E4-6005B206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6139E4-31C7-4B33-1459-16706EBC3C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1" r="11606" b="11914"/>
          <a:stretch>
            <a:fillRect/>
          </a:stretch>
        </p:blipFill>
        <p:spPr bwMode="auto">
          <a:xfrm>
            <a:off x="913543" y="1655765"/>
            <a:ext cx="6325496" cy="48818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6C98CA-6157-78DB-D29D-A2D929E0F09C}"/>
              </a:ext>
            </a:extLst>
          </p:cNvPr>
          <p:cNvSpPr txBox="1"/>
          <p:nvPr/>
        </p:nvSpPr>
        <p:spPr>
          <a:xfrm>
            <a:off x="7630789" y="3074973"/>
            <a:ext cx="39084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docker login --username </a:t>
            </a:r>
            <a:r>
              <a:rPr lang="en-US" sz="1400" b="1" i="1" dirty="0"/>
              <a:t>YOUR_USERNAME</a:t>
            </a:r>
            <a:endParaRPr lang="en-US" sz="1400" dirty="0"/>
          </a:p>
          <a:p>
            <a:r>
              <a:rPr lang="en-US" sz="1400" b="1" dirty="0"/>
              <a:t>Password: [paste your PAT here]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When prompted for a password, enter your personal access token instead of your Docker Hub password.</a:t>
            </a:r>
          </a:p>
        </p:txBody>
      </p:sp>
    </p:spTree>
    <p:extLst>
      <p:ext uri="{BB962C8B-B14F-4D97-AF65-F5344CB8AC3E}">
        <p14:creationId xmlns:p14="http://schemas.microsoft.com/office/powerpoint/2010/main" val="232392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3118-8F00-779A-E6CC-19049942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264E-5182-5AF9-D3E2-FE3F3EB8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 Hub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56054-87DF-D1E1-C352-A75D79EE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42F9C-7061-9CCD-1288-B7931758A9CB}"/>
              </a:ext>
            </a:extLst>
          </p:cNvPr>
          <p:cNvSpPr txBox="1"/>
          <p:nvPr/>
        </p:nvSpPr>
        <p:spPr>
          <a:xfrm>
            <a:off x="7630789" y="3074973"/>
            <a:ext cx="39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Repositories</a:t>
            </a:r>
            <a:r>
              <a:rPr lang="en-US" sz="1400" b="1" dirty="0"/>
              <a:t> 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DC9E2-9C6B-E154-861B-F48331199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30"/>
          <a:stretch>
            <a:fillRect/>
          </a:stretch>
        </p:blipFill>
        <p:spPr>
          <a:xfrm>
            <a:off x="308758" y="1724984"/>
            <a:ext cx="7008546" cy="49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9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3D22-F4AE-E7AD-43A3-93DEDF90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5FDB4A-D371-77F5-7AD8-D7F01848B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33" y="529561"/>
            <a:ext cx="11360615" cy="955357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file </a:t>
            </a:r>
            <a:r>
              <a:rPr lang="en-US" dirty="0">
                <a:sym typeface="Wingdings" panose="05000000000000000000" pitchFamily="2" charset="2"/>
              </a:rPr>
              <a:t>#</a:t>
            </a:r>
            <a:r>
              <a:rPr lang="en-US" dirty="0"/>
              <a:t> docker build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image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#docker run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docker container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00F8EC-81F3-7A3B-1E6C-F6540021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94E6C-C021-9242-02D3-0894F1F888DB}"/>
              </a:ext>
            </a:extLst>
          </p:cNvPr>
          <p:cNvSpPr txBox="1"/>
          <p:nvPr/>
        </p:nvSpPr>
        <p:spPr>
          <a:xfrm>
            <a:off x="291667" y="1725735"/>
            <a:ext cx="10833847" cy="5383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build -t version0.0 &lt;&lt;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dockerfile_dir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&gt;&gt;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run -dp 85:85 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version0.0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… [work in container to make updates] …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commit    &lt;&lt;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container_name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&gt;&gt;     </a:t>
            </a:r>
            <a:r>
              <a:rPr lang="en-US" sz="20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tag       </a:t>
            </a:r>
            <a:r>
              <a:rPr lang="en-US" sz="20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/aej_test: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version0.1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push 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/aej_test: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version0.1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… [Share container with others] … 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pull 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/aej_test:version0.1</a:t>
            </a: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cs typeface="Times New Roman" panose="02020603050405020304" pitchFamily="18" charset="0"/>
              </a:rPr>
              <a:t>docker run -</a:t>
            </a:r>
            <a:r>
              <a:rPr lang="en-US" sz="2000" kern="100" dirty="0" err="1">
                <a:cs typeface="Times New Roman" panose="02020603050405020304" pitchFamily="18" charset="0"/>
              </a:rPr>
              <a:t>dp</a:t>
            </a:r>
            <a:r>
              <a:rPr lang="en-US" sz="2000" kern="100" dirty="0">
                <a:cs typeface="Times New Roman" panose="02020603050405020304" pitchFamily="18" charset="0"/>
              </a:rPr>
              <a:t> 85:85  </a:t>
            </a:r>
            <a:r>
              <a:rPr lang="en-US" sz="2000" kern="100" dirty="0" err="1"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cs typeface="Times New Roman" panose="02020603050405020304" pitchFamily="18" charset="0"/>
              </a:rPr>
              <a:t>/aej_test:version0.1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C243AC-1ACE-4BAB-F42D-881BDB7D0ACC}"/>
              </a:ext>
            </a:extLst>
          </p:cNvPr>
          <p:cNvCxnSpPr/>
          <p:nvPr/>
        </p:nvCxnSpPr>
        <p:spPr>
          <a:xfrm>
            <a:off x="719563" y="3306966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563003-F10F-589F-E052-AAF4A6928706}"/>
              </a:ext>
            </a:extLst>
          </p:cNvPr>
          <p:cNvCxnSpPr/>
          <p:nvPr/>
        </p:nvCxnSpPr>
        <p:spPr>
          <a:xfrm>
            <a:off x="719563" y="5115141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98EFB7F-C96F-A6EB-B5C7-C4CFAA9D884F}"/>
              </a:ext>
            </a:extLst>
          </p:cNvPr>
          <p:cNvSpPr/>
          <p:nvPr/>
        </p:nvSpPr>
        <p:spPr>
          <a:xfrm>
            <a:off x="2103808" y="3581973"/>
            <a:ext cx="93502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8B788-540C-0D43-4B90-00226868F2EC}"/>
              </a:ext>
            </a:extLst>
          </p:cNvPr>
          <p:cNvSpPr/>
          <p:nvPr/>
        </p:nvSpPr>
        <p:spPr>
          <a:xfrm>
            <a:off x="2103807" y="4504411"/>
            <a:ext cx="618767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BF9852-426A-6407-322E-C7A5DD67DD33}"/>
              </a:ext>
            </a:extLst>
          </p:cNvPr>
          <p:cNvSpPr/>
          <p:nvPr/>
        </p:nvSpPr>
        <p:spPr>
          <a:xfrm>
            <a:off x="2103807" y="5882887"/>
            <a:ext cx="53626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DEBA7B3-2E61-468A-0E85-F32063E8E283}"/>
              </a:ext>
            </a:extLst>
          </p:cNvPr>
          <p:cNvSpPr/>
          <p:nvPr/>
        </p:nvSpPr>
        <p:spPr>
          <a:xfrm>
            <a:off x="6624946" y="1725735"/>
            <a:ext cx="446887" cy="1354288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FBC25-58D9-589E-1B49-40CE3FBAE538}"/>
              </a:ext>
            </a:extLst>
          </p:cNvPr>
          <p:cNvSpPr txBox="1"/>
          <p:nvPr/>
        </p:nvSpPr>
        <p:spPr>
          <a:xfrm>
            <a:off x="7218947" y="2109522"/>
            <a:ext cx="3190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Build a Container like you build a Repo</a:t>
            </a:r>
          </a:p>
        </p:txBody>
      </p:sp>
    </p:spTree>
    <p:extLst>
      <p:ext uri="{BB962C8B-B14F-4D97-AF65-F5344CB8AC3E}">
        <p14:creationId xmlns:p14="http://schemas.microsoft.com/office/powerpoint/2010/main" val="173591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18CE-52B1-1374-10BF-EC1879FC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9B2CEA-A61B-9201-2804-3839091C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33" y="529561"/>
            <a:ext cx="11360615" cy="955357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file </a:t>
            </a:r>
            <a:r>
              <a:rPr lang="en-US" dirty="0">
                <a:sym typeface="Wingdings" panose="05000000000000000000" pitchFamily="2" charset="2"/>
              </a:rPr>
              <a:t>#</a:t>
            </a:r>
            <a:r>
              <a:rPr lang="en-US" dirty="0"/>
              <a:t> docker build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image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#docker run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docker container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4CBCDB-2140-A88C-A3C4-52D7618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E26A1-9E26-CAB0-5B6E-5BC634B18217}"/>
              </a:ext>
            </a:extLst>
          </p:cNvPr>
          <p:cNvSpPr txBox="1"/>
          <p:nvPr/>
        </p:nvSpPr>
        <p:spPr>
          <a:xfrm>
            <a:off x="291667" y="1725735"/>
            <a:ext cx="10833847" cy="5383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build -t </a:t>
            </a:r>
            <a:r>
              <a:rPr lang="en-US" sz="2000" kern="100" dirty="0">
                <a:effectLst/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version0.0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&lt;&lt;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dockerfile_dir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&gt;&gt;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run -dp 85:85 </a:t>
            </a:r>
            <a:r>
              <a:rPr lang="en-US" sz="2000" kern="100" dirty="0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version0.0</a:t>
            </a:r>
            <a:endParaRPr lang="en-US" sz="2000" kern="100" dirty="0">
              <a:effectLst/>
              <a:highlight>
                <a:srgbClr val="FF5F03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… [work in container to make updates] …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commit    &lt;&lt;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container_name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&gt;&gt;     </a:t>
            </a:r>
            <a:r>
              <a:rPr lang="en-US" sz="2000" kern="100" dirty="0" err="1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endParaRPr lang="en-US" sz="2000" kern="100" dirty="0">
              <a:effectLst/>
              <a:highlight>
                <a:srgbClr val="FF5F03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tag       </a:t>
            </a:r>
            <a:r>
              <a:rPr lang="en-US" sz="2000" kern="100" dirty="0" err="1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US" sz="2000" kern="100" dirty="0" err="1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/aej_test:</a:t>
            </a:r>
            <a:r>
              <a:rPr lang="en-US" sz="2000" kern="100" dirty="0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version0.1</a:t>
            </a:r>
            <a:endParaRPr lang="en-US" sz="20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push      </a:t>
            </a:r>
            <a:r>
              <a:rPr lang="en-US" sz="2000" kern="100" dirty="0" err="1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/aej_test:</a:t>
            </a:r>
            <a:r>
              <a:rPr lang="en-US" sz="2000" kern="100" dirty="0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version0.1</a:t>
            </a:r>
            <a:endParaRPr lang="en-US" sz="20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… [Share container with others] … 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pull      </a:t>
            </a:r>
            <a:r>
              <a:rPr lang="en-US" sz="2000" kern="100" dirty="0" err="1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/aej_test:version0.1</a:t>
            </a: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cs typeface="Times New Roman" panose="02020603050405020304" pitchFamily="18" charset="0"/>
              </a:rPr>
              <a:t>docker run -</a:t>
            </a:r>
            <a:r>
              <a:rPr lang="en-US" sz="2000" kern="100" dirty="0" err="1">
                <a:cs typeface="Times New Roman" panose="02020603050405020304" pitchFamily="18" charset="0"/>
              </a:rPr>
              <a:t>dp</a:t>
            </a:r>
            <a:r>
              <a:rPr lang="en-US" sz="2000" kern="100" dirty="0">
                <a:cs typeface="Times New Roman" panose="02020603050405020304" pitchFamily="18" charset="0"/>
              </a:rPr>
              <a:t> 85:85  </a:t>
            </a:r>
            <a:r>
              <a:rPr lang="en-US" sz="2000" kern="100" dirty="0" err="1">
                <a:highlight>
                  <a:srgbClr val="FFFF00"/>
                </a:highlight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highlight>
                  <a:srgbClr val="FFFF00"/>
                </a:highlight>
                <a:cs typeface="Times New Roman" panose="02020603050405020304" pitchFamily="18" charset="0"/>
              </a:rPr>
              <a:t>/aej_test:version0.1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7914CA-4B7A-BD0A-AF91-1BC490432057}"/>
              </a:ext>
            </a:extLst>
          </p:cNvPr>
          <p:cNvCxnSpPr/>
          <p:nvPr/>
        </p:nvCxnSpPr>
        <p:spPr>
          <a:xfrm>
            <a:off x="719563" y="3306966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97793B-AEBA-CA62-EA84-4994F50573E7}"/>
              </a:ext>
            </a:extLst>
          </p:cNvPr>
          <p:cNvCxnSpPr/>
          <p:nvPr/>
        </p:nvCxnSpPr>
        <p:spPr>
          <a:xfrm>
            <a:off x="719563" y="5115141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1D4C615-8200-4447-E5CA-678E74DFF935}"/>
              </a:ext>
            </a:extLst>
          </p:cNvPr>
          <p:cNvSpPr/>
          <p:nvPr/>
        </p:nvSpPr>
        <p:spPr>
          <a:xfrm>
            <a:off x="2103808" y="3581973"/>
            <a:ext cx="93502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6FF08-9CE4-032C-FB37-76EBEE0A6FBF}"/>
              </a:ext>
            </a:extLst>
          </p:cNvPr>
          <p:cNvSpPr/>
          <p:nvPr/>
        </p:nvSpPr>
        <p:spPr>
          <a:xfrm>
            <a:off x="2103807" y="4504411"/>
            <a:ext cx="618767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FC17B-B9A5-1D58-55C5-B36660273824}"/>
              </a:ext>
            </a:extLst>
          </p:cNvPr>
          <p:cNvSpPr/>
          <p:nvPr/>
        </p:nvSpPr>
        <p:spPr>
          <a:xfrm>
            <a:off x="2103807" y="5882887"/>
            <a:ext cx="53626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BDBD737-03EC-3CD8-A066-B4E8BBD5EEBE}"/>
              </a:ext>
            </a:extLst>
          </p:cNvPr>
          <p:cNvSpPr/>
          <p:nvPr/>
        </p:nvSpPr>
        <p:spPr>
          <a:xfrm>
            <a:off x="6624946" y="1725735"/>
            <a:ext cx="446887" cy="1354288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503E2-37CE-6AF0-688A-5CFB63C56B8B}"/>
              </a:ext>
            </a:extLst>
          </p:cNvPr>
          <p:cNvSpPr txBox="1"/>
          <p:nvPr/>
        </p:nvSpPr>
        <p:spPr>
          <a:xfrm>
            <a:off x="7218947" y="2109522"/>
            <a:ext cx="3190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Build a Container like you build a Repo</a:t>
            </a:r>
          </a:p>
        </p:txBody>
      </p:sp>
    </p:spTree>
    <p:extLst>
      <p:ext uri="{BB962C8B-B14F-4D97-AF65-F5344CB8AC3E}">
        <p14:creationId xmlns:p14="http://schemas.microsoft.com/office/powerpoint/2010/main" val="1710460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355B-E4A5-62E6-E7A4-062D686C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62D6B-BACC-6AE9-3591-32E66E50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25DB02-99CE-7255-EDEC-DBF2EC8698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7"/>
          <a:stretch>
            <a:fillRect/>
          </a:stretch>
        </p:blipFill>
        <p:spPr bwMode="auto">
          <a:xfrm>
            <a:off x="107799" y="136525"/>
            <a:ext cx="10264836" cy="6584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845490-370F-54A5-ADBE-7D93E4CA28D1}"/>
              </a:ext>
            </a:extLst>
          </p:cNvPr>
          <p:cNvSpPr/>
          <p:nvPr/>
        </p:nvSpPr>
        <p:spPr>
          <a:xfrm>
            <a:off x="5850785" y="206256"/>
            <a:ext cx="4413871" cy="33482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015F9B-9959-B9BD-1B7D-390F9F70DDF4}"/>
              </a:ext>
            </a:extLst>
          </p:cNvPr>
          <p:cNvCxnSpPr/>
          <p:nvPr/>
        </p:nvCxnSpPr>
        <p:spPr>
          <a:xfrm>
            <a:off x="6387050" y="969402"/>
            <a:ext cx="41938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D926C9-97BD-B9F9-8F74-FF23193E8686}"/>
              </a:ext>
            </a:extLst>
          </p:cNvPr>
          <p:cNvCxnSpPr>
            <a:cxnSpLocks/>
          </p:cNvCxnSpPr>
          <p:nvPr/>
        </p:nvCxnSpPr>
        <p:spPr>
          <a:xfrm>
            <a:off x="6387050" y="1505667"/>
            <a:ext cx="24063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A9D59B-7F13-AC73-8FD1-6F3D5DDBD601}"/>
              </a:ext>
            </a:extLst>
          </p:cNvPr>
          <p:cNvCxnSpPr>
            <a:cxnSpLocks/>
          </p:cNvCxnSpPr>
          <p:nvPr/>
        </p:nvCxnSpPr>
        <p:spPr>
          <a:xfrm>
            <a:off x="6387050" y="1347538"/>
            <a:ext cx="24063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B80C70-E495-15ED-F010-BF2DEAFA9C07}"/>
              </a:ext>
            </a:extLst>
          </p:cNvPr>
          <p:cNvCxnSpPr>
            <a:cxnSpLocks/>
          </p:cNvCxnSpPr>
          <p:nvPr/>
        </p:nvCxnSpPr>
        <p:spPr>
          <a:xfrm>
            <a:off x="6387050" y="3478846"/>
            <a:ext cx="24063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41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B8B112-8E46-F84B-AA58-31BC4B34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4" y="613971"/>
            <a:ext cx="10014842" cy="599096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Image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A84437-E748-7B91-30BA-310EA2B3BD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6015"/>
          <a:stretch>
            <a:fillRect/>
          </a:stretch>
        </p:blipFill>
        <p:spPr>
          <a:xfrm>
            <a:off x="979213" y="3030412"/>
            <a:ext cx="9939799" cy="34439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2A254-AF49-936F-4D3B-8B91C745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4058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67723-335A-9D0F-8F3C-C5F0FCC391F0}"/>
              </a:ext>
            </a:extLst>
          </p:cNvPr>
          <p:cNvSpPr txBox="1"/>
          <p:nvPr/>
        </p:nvSpPr>
        <p:spPr>
          <a:xfrm>
            <a:off x="753034" y="1597406"/>
            <a:ext cx="11058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cs typeface="Arial" panose="020B0604020202020204" pitchFamily="34" charset="0"/>
            </a:endParaRPr>
          </a:p>
          <a:p>
            <a:r>
              <a:rPr lang="en-US" b="1" dirty="0">
                <a:cs typeface="Arial" panose="020B0604020202020204" pitchFamily="34" charset="0"/>
              </a:rPr>
              <a:t>Docker Image:</a:t>
            </a:r>
            <a:r>
              <a:rPr lang="en-US" dirty="0">
                <a:cs typeface="Arial" panose="020B0604020202020204" pitchFamily="34" charset="0"/>
              </a:rPr>
              <a:t> The file system and parameters needed to run application. 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contains everything needed to run an application, including its files, configuration, and dependencies.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7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5DBD33-BEF3-1479-B08A-75147417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E0CCB2-E7A8-49E3-C845-AF778EC4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 commit/push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5C09F-B74F-43DD-571F-C47BA6CB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424E5-04F2-4159-4E20-ED6BBB737EE9}"/>
              </a:ext>
            </a:extLst>
          </p:cNvPr>
          <p:cNvSpPr txBox="1"/>
          <p:nvPr/>
        </p:nvSpPr>
        <p:spPr>
          <a:xfrm>
            <a:off x="428697" y="1826326"/>
            <a:ext cx="10833847" cy="311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docker commit    &lt;&lt;</a:t>
            </a:r>
            <a:r>
              <a:rPr lang="en-US" sz="24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container_name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&gt;&gt;     </a:t>
            </a:r>
            <a:r>
              <a:rPr lang="en-US" sz="2400" kern="100" dirty="0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flopydemo:version0.0</a:t>
            </a: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docker tag       </a:t>
            </a:r>
            <a:r>
              <a:rPr lang="en-US" sz="2400" kern="100" dirty="0">
                <a:highlight>
                  <a:srgbClr val="FF5F03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flopydemo:version0.0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US" sz="2400" kern="100" dirty="0" err="1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400" kern="100" dirty="0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400" kern="100" dirty="0" err="1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aej_test:flopydemo</a:t>
            </a:r>
            <a:endParaRPr lang="en-US" sz="2400" kern="100" dirty="0"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docker push      </a:t>
            </a:r>
            <a:r>
              <a:rPr lang="en-US" sz="2400" kern="100" dirty="0" err="1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400" kern="100" dirty="0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400" kern="100" dirty="0" err="1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aej_test:flopydemo</a:t>
            </a:r>
            <a:endParaRPr lang="en-US" sz="2400" kern="100" dirty="0"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- docker push = command</a:t>
            </a:r>
          </a:p>
          <a:p>
            <a:pPr marL="914400" lvl="1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24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4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aej_test</a:t>
            </a:r>
            <a:r>
              <a:rPr lang="en-US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the repository name</a:t>
            </a:r>
            <a:endParaRPr lang="en-US" sz="2400" b="1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docker push + repository name +  : + image  </a:t>
            </a:r>
          </a:p>
        </p:txBody>
      </p:sp>
    </p:spTree>
    <p:extLst>
      <p:ext uri="{BB962C8B-B14F-4D97-AF65-F5344CB8AC3E}">
        <p14:creationId xmlns:p14="http://schemas.microsoft.com/office/powerpoint/2010/main" val="292865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68EBDC-A988-8472-DFCF-A154424A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FC43E-4EB6-EDDF-4165-FC7F35EF4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33" y="529561"/>
            <a:ext cx="11360615" cy="955357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file </a:t>
            </a:r>
            <a:r>
              <a:rPr lang="en-US" dirty="0">
                <a:sym typeface="Wingdings" panose="05000000000000000000" pitchFamily="2" charset="2"/>
              </a:rPr>
              <a:t>#</a:t>
            </a:r>
            <a:r>
              <a:rPr lang="en-US" dirty="0"/>
              <a:t> docker build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image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#docker run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docker container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F0056-8CE3-6C1B-633A-92D8D393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064EE-3045-9034-5D39-8AA60E9BCE19}"/>
              </a:ext>
            </a:extLst>
          </p:cNvPr>
          <p:cNvSpPr txBox="1"/>
          <p:nvPr/>
        </p:nvSpPr>
        <p:spPr>
          <a:xfrm>
            <a:off x="298542" y="1890555"/>
            <a:ext cx="10833847" cy="45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build -t flopydemo .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run -dp 85:85 flopydemo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… [work in container to make updates] …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commit    &lt;&lt;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container_name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&gt;&gt;     </a:t>
            </a:r>
            <a:r>
              <a:rPr lang="en-US" sz="20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tag       </a:t>
            </a:r>
            <a:r>
              <a:rPr lang="en-US" sz="20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/aej_test:version0.0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aej_test:flopydemo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push 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aej_test:flopydemo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sz="20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… [Share container with others] … </a:t>
            </a:r>
          </a:p>
          <a:p>
            <a:pPr marL="914400" marR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docker pull      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esraglsn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aej_test:</a:t>
            </a:r>
            <a:r>
              <a:rPr lang="en-US" sz="20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flopydemo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C84EAE-E3AB-B907-50D2-893668F3AD4B}"/>
              </a:ext>
            </a:extLst>
          </p:cNvPr>
          <p:cNvCxnSpPr/>
          <p:nvPr/>
        </p:nvCxnSpPr>
        <p:spPr>
          <a:xfrm>
            <a:off x="719563" y="3506346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CBA50E-6B33-9373-6E33-D3DE87FA940D}"/>
              </a:ext>
            </a:extLst>
          </p:cNvPr>
          <p:cNvCxnSpPr/>
          <p:nvPr/>
        </p:nvCxnSpPr>
        <p:spPr>
          <a:xfrm>
            <a:off x="719563" y="5314521"/>
            <a:ext cx="10269960" cy="0"/>
          </a:xfrm>
          <a:prstGeom prst="line">
            <a:avLst/>
          </a:prstGeom>
          <a:ln w="762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550406A-2405-5BAB-06D1-EDEB52FC9A9B}"/>
              </a:ext>
            </a:extLst>
          </p:cNvPr>
          <p:cNvSpPr/>
          <p:nvPr/>
        </p:nvSpPr>
        <p:spPr>
          <a:xfrm>
            <a:off x="2103808" y="3781353"/>
            <a:ext cx="93502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EF1C62-D534-782D-F28F-D0E82AB64D06}"/>
              </a:ext>
            </a:extLst>
          </p:cNvPr>
          <p:cNvSpPr/>
          <p:nvPr/>
        </p:nvSpPr>
        <p:spPr>
          <a:xfrm>
            <a:off x="2103807" y="4703791"/>
            <a:ext cx="618767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DC5DBF-7761-FFD4-61B5-23ACD5B186BE}"/>
              </a:ext>
            </a:extLst>
          </p:cNvPr>
          <p:cNvSpPr/>
          <p:nvPr/>
        </p:nvSpPr>
        <p:spPr>
          <a:xfrm>
            <a:off x="2103807" y="6042176"/>
            <a:ext cx="536265" cy="30938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24D6562-E2B8-138D-9E0F-F40BB2EBA797}"/>
              </a:ext>
            </a:extLst>
          </p:cNvPr>
          <p:cNvSpPr/>
          <p:nvPr/>
        </p:nvSpPr>
        <p:spPr>
          <a:xfrm>
            <a:off x="6260561" y="1925115"/>
            <a:ext cx="446887" cy="1354288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FA78C-1E0D-48EB-2340-E8909FFC1A7E}"/>
              </a:ext>
            </a:extLst>
          </p:cNvPr>
          <p:cNvSpPr txBox="1"/>
          <p:nvPr/>
        </p:nvSpPr>
        <p:spPr>
          <a:xfrm>
            <a:off x="6854562" y="2308902"/>
            <a:ext cx="3190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Build a Container like you build a Repo</a:t>
            </a:r>
          </a:p>
        </p:txBody>
      </p:sp>
    </p:spTree>
    <p:extLst>
      <p:ext uri="{BB962C8B-B14F-4D97-AF65-F5344CB8AC3E}">
        <p14:creationId xmlns:p14="http://schemas.microsoft.com/office/powerpoint/2010/main" val="2383067657"/>
      </p:ext>
    </p:extLst>
  </p:cSld>
  <p:clrMapOvr>
    <a:masterClrMapping/>
  </p:clrMapOvr>
</p:sld>
</file>

<file path=ppt/theme/theme1.xml><?xml version="1.0" encoding="utf-8"?>
<a:theme xmlns:a="http://schemas.openxmlformats.org/drawingml/2006/main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11498</TotalTime>
  <Words>1432</Words>
  <Application>Microsoft Office PowerPoint</Application>
  <PresentationFormat>Widescreen</PresentationFormat>
  <Paragraphs>200</Paragraphs>
  <Slides>14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Georgia</vt:lpstr>
      <vt:lpstr>Symbol</vt:lpstr>
      <vt:lpstr>Times New Roman</vt:lpstr>
      <vt:lpstr>Wingdings</vt:lpstr>
      <vt:lpstr>StratCom ppt</vt:lpstr>
      <vt:lpstr>Introduction to Docker </vt:lpstr>
      <vt:lpstr>Overview</vt:lpstr>
      <vt:lpstr>PowerPoint Presentation</vt:lpstr>
      <vt:lpstr>Docker Container</vt:lpstr>
      <vt:lpstr>Docker file  </vt:lpstr>
      <vt:lpstr>docker build/run</vt:lpstr>
      <vt:lpstr>Docker Hub</vt:lpstr>
      <vt:lpstr>Docker Hub</vt:lpstr>
      <vt:lpstr>docker file # docker build  image #docker run docker container</vt:lpstr>
      <vt:lpstr>docker file # docker build  image #docker run docker container</vt:lpstr>
      <vt:lpstr>PowerPoint Presentation</vt:lpstr>
      <vt:lpstr>Docker Image</vt:lpstr>
      <vt:lpstr>docker commit/push</vt:lpstr>
      <vt:lpstr>docker file # docker build  image #docker run docker container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the Chancellor</dc:title>
  <dc:creator>Marcum, Cassidy Leigh</dc:creator>
  <cp:lastModifiedBy>Gulsen, Esra</cp:lastModifiedBy>
  <cp:revision>37</cp:revision>
  <dcterms:created xsi:type="dcterms:W3CDTF">2023-11-29T19:20:00Z</dcterms:created>
  <dcterms:modified xsi:type="dcterms:W3CDTF">2025-11-04T15:22:09Z</dcterms:modified>
</cp:coreProperties>
</file>